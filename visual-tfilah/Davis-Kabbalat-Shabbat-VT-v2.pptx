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9"/>
  </p:notesMasterIdLst>
  <p:sldIdLst>
    <p:sldId id="256" r:id="rId2"/>
    <p:sldId id="257" r:id="rId3"/>
    <p:sldId id="258" r:id="rId86"/>
    <p:sldId id="259" r:id="rId4"/>
    <p:sldId id="260" r:id="rId10"/>
    <p:sldId id="261" r:id="rId8"/>
    <p:sldId id="262" r:id="rId87"/>
    <p:sldId id="263" r:id="rId16"/>
    <p:sldId id="264" r:id="rId17"/>
    <p:sldId id="265" r:id="rId18"/>
    <p:sldId id="266" r:id="rId19"/>
    <p:sldId id="267" r:id="rId88"/>
    <p:sldId id="268" r:id="rId25"/>
    <p:sldId id="269" r:id="rId24"/>
    <p:sldId id="270" r:id="rId89"/>
    <p:sldId id="271" r:id="rId90"/>
    <p:sldId id="272" r:id="rId78"/>
    <p:sldId id="273" r:id="rId91"/>
    <p:sldId id="274" r:id="rId33"/>
    <p:sldId id="275" r:id="rId79"/>
    <p:sldId id="276" r:id="rId80"/>
    <p:sldId id="277" r:id="rId81"/>
    <p:sldId id="278" r:id="rId82"/>
    <p:sldId id="279" r:id="rId83"/>
    <p:sldId id="280" r:id="rId84"/>
    <p:sldId id="281" r:id="rId85"/>
    <p:sldId id="282" r:id="rId92"/>
    <p:sldId id="283" r:id="rId93"/>
    <p:sldId id="284" r:id="rId48"/>
  </p:sldIdLst>
  <p:sldSz cx="18288000" cy="10287000"/>
  <p:notesSz cx="6858000" cy="9144000"/>
  <p:embeddedFontLst>
    <p:embeddedFont>
      <p:font typeface="Arimo Italics" panose="020B0604020202090204" pitchFamily="34" charset="0"/>
      <p:regular r:id="rId50"/>
      <p:italic r:id="rId51"/>
    </p:embeddedFont>
    <p:embeddedFont>
      <p:font typeface="Avallon Caps" pitchFamily="2" charset="0"/>
      <p:regular r:id="rId52"/>
    </p:embeddedFont>
    <p:embeddedFont>
      <p:font typeface="Bukhari Script" pitchFamily="2" charset="77"/>
      <p:regular r:id="rId53"/>
    </p:embeddedFont>
    <p:embeddedFont>
      <p:font typeface="Calibri (MS)" panose="020F0502020204030204" pitchFamily="34" charset="0"/>
      <p:regular r:id="rId54"/>
    </p:embeddedFont>
    <p:embeddedFont>
      <p:font typeface="Calibri (MS) Bold" panose="020F0702030404030204" pitchFamily="34" charset="0"/>
      <p:regular r:id="rId55"/>
      <p:bold r:id="rId56"/>
    </p:embeddedFont>
    <p:embeddedFont>
      <p:font typeface="Calibri (MS) Italics" panose="020F05020202040A0204" pitchFamily="34" charset="0"/>
      <p:regular r:id="rId57"/>
      <p:italic r:id="rId58"/>
    </p:embeddedFont>
    <p:embeddedFont>
      <p:font typeface="Canva Sans" panose="020B0503030501040103" pitchFamily="34" charset="0"/>
      <p:regular r:id="rId59"/>
    </p:embeddedFont>
    <p:embeddedFont>
      <p:font typeface="Canva Sans Italics" panose="020B0503030501040103" pitchFamily="34" charset="0"/>
      <p:regular r:id="rId60"/>
      <p:italic r:id="rId61"/>
    </p:embeddedFont>
    <p:embeddedFont>
      <p:font typeface="David Libre" pitchFamily="2" charset="-79"/>
      <p:regular r:id="rId62"/>
      <p:bold r:id="rId63"/>
    </p:embeddedFont>
    <p:embeddedFont>
      <p:font typeface="FB FRealBelet" panose="02020803050405020304" pitchFamily="18" charset="-79"/>
      <p:regular r:id="rId64"/>
      <p:bold r:id="rId65"/>
    </p:embeddedFont>
    <p:embeddedFont>
      <p:font typeface="Gladiola" pitchFamily="2" charset="77"/>
      <p:regular r:id="rId66"/>
    </p:embeddedFont>
    <p:embeddedFont>
      <p:font typeface="Helvetica Bold" pitchFamily="2" charset="0"/>
      <p:italic r:id="rId67"/>
      <p:boldItalic r:id="rId68"/>
    </p:embeddedFont>
    <p:embeddedFont>
      <p:font typeface="Neoneon" panose="02000503000000000000" pitchFamily="2" charset="0"/>
      <p:regular r:id="rId69"/>
    </p:embeddedFont>
    <p:embeddedFont>
      <p:font typeface="Pinata Marks Rough Shadow" panose="02000506000000020003" pitchFamily="2" charset="77"/>
      <p:regular r:id="rId70"/>
    </p:embeddedFont>
    <p:embeddedFont>
      <p:font typeface="TAN Headline" pitchFamily="2" charset="0"/>
      <p:regular r:id="rId71"/>
    </p:embeddedFont>
    <p:embeddedFont>
      <p:font typeface="Times New Roman MT" panose="02030502070405020303" pitchFamily="18" charset="77"/>
      <p:regular r:id="rId72"/>
    </p:embeddedFont>
    <p:embeddedFont>
      <p:font typeface="TT Berlinerins" panose="02000506040000020004" pitchFamily="2" charset="77"/>
      <p:regular r:id="rId7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Rg st="1" end="47"/>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C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autoAdjust="0"/>
    <p:restoredTop sz="94585" autoAdjust="0"/>
  </p:normalViewPr>
  <p:slideViewPr>
    <p:cSldViewPr>
      <p:cViewPr varScale="1">
        <p:scale>
          <a:sx n="75" d="100"/>
          <a:sy n="75" d="100"/>
        </p:scale>
        <p:origin x="552" y="1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Relationships xmlns="http://schemas.openxmlformats.org/package/2006/relationships"><Relationship Id="rId63" Type="http://schemas.openxmlformats.org/officeDocument/2006/relationships/font" Target="fonts/font14.fntdata"/><Relationship Id="rId68" Type="http://schemas.openxmlformats.org/officeDocument/2006/relationships/font" Target="fonts/font19.fntdata"/><Relationship Id="rId16" Type="http://schemas.openxmlformats.org/officeDocument/2006/relationships/slide" Target="slides/slide15.xml"/><Relationship Id="rId24" Type="http://schemas.openxmlformats.org/officeDocument/2006/relationships/slide" Target="slides/slide23.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74" Type="http://schemas.openxmlformats.org/officeDocument/2006/relationships/presProps" Target="presProps.xml"/><Relationship Id="rId61" Type="http://schemas.openxmlformats.org/officeDocument/2006/relationships/font" Target="fonts/font12.fntdata"/><Relationship Id="rId19" Type="http://schemas.openxmlformats.org/officeDocument/2006/relationships/slide" Target="slides/slide18.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font" Target="fonts/font20.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fntdata"/><Relationship Id="rId72" Type="http://schemas.openxmlformats.org/officeDocument/2006/relationships/font" Target="fonts/font23.fntdata"/><Relationship Id="rId3" Type="http://schemas.openxmlformats.org/officeDocument/2006/relationships/slide" Target="slides/slide2.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59" Type="http://schemas.openxmlformats.org/officeDocument/2006/relationships/font" Target="fonts/font10.fntdata"/><Relationship Id="rId67" Type="http://schemas.openxmlformats.org/officeDocument/2006/relationships/font" Target="fonts/font18.fntdata"/><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font" Target="fonts/font21.fntdata"/><Relationship Id="rId75" Type="http://schemas.openxmlformats.org/officeDocument/2006/relationships/viewProps" Target="viewProps.xml"/><Relationship Id="rId1" Type="http://schemas.openxmlformats.org/officeDocument/2006/relationships/slideMaster" Target="slideMasters/slideMaster1.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73" Type="http://schemas.openxmlformats.org/officeDocument/2006/relationships/font" Target="fonts/font24.fntdata"/><Relationship Id="rId4" Type="http://schemas.openxmlformats.org/officeDocument/2006/relationships/slide" Target="slides/slide3.xml"/><Relationship Id="rId18" Type="http://schemas.openxmlformats.org/officeDocument/2006/relationships/slide" Target="slides/slide17.xml"/><Relationship Id="rId50" Type="http://schemas.openxmlformats.org/officeDocument/2006/relationships/font" Target="fonts/font1.fntdata"/><Relationship Id="rId55" Type="http://schemas.openxmlformats.org/officeDocument/2006/relationships/font" Target="fonts/font6.fntdata"/><Relationship Id="rId76" Type="http://schemas.openxmlformats.org/officeDocument/2006/relationships/theme" Target="theme/theme1.xml"/><Relationship Id="rId71" Type="http://schemas.openxmlformats.org/officeDocument/2006/relationships/font" Target="fonts/font22.fntdata"/><Relationship Id="rId2" Type="http://schemas.openxmlformats.org/officeDocument/2006/relationships/slide" Target="slides/slide1.xml"/><Relationship Id="rId78" Type="http://schemas.openxmlformats.org/officeDocument/2006/relationships/slide" Target="slides/slide48.xml"/><Relationship Id="rId79" Type="http://schemas.openxmlformats.org/officeDocument/2006/relationships/slide" Target="slides/slide49.xml"/><Relationship Id="rId80" Type="http://schemas.openxmlformats.org/officeDocument/2006/relationships/slide" Target="slides/slide50.xml"/><Relationship Id="rId81" Type="http://schemas.openxmlformats.org/officeDocument/2006/relationships/slide" Target="slides/slide51.xml"/><Relationship Id="rId82" Type="http://schemas.openxmlformats.org/officeDocument/2006/relationships/slide" Target="slides/slide52.xml"/><Relationship Id="rId83" Type="http://schemas.openxmlformats.org/officeDocument/2006/relationships/slide" Target="slides/slide53.xml"/><Relationship Id="rId84" Type="http://schemas.openxmlformats.org/officeDocument/2006/relationships/slide" Target="slides/slide54.xml"/><Relationship Id="rId85" Type="http://schemas.openxmlformats.org/officeDocument/2006/relationships/slide" Target="slides/slide55.xml"/>  <Relationship Id="rId86" Type="http://schemas.openxmlformats.org/officeDocument/2006/relationships/slide" Target="slides/slide56.xml"/>
  <Relationship Id="rId87" Type="http://schemas.openxmlformats.org/officeDocument/2006/relationships/slide" Target="slides/slide57.xml"/>
  <Relationship Id="rId88" Type="http://schemas.openxmlformats.org/officeDocument/2006/relationships/slide" Target="slides/slide58.xml"/>
  <Relationship Id="rId89" Type="http://schemas.openxmlformats.org/officeDocument/2006/relationships/slide" Target="slides/slide59.xml"/>
  <Relationship Id="rId90" Type="http://schemas.openxmlformats.org/officeDocument/2006/relationships/slide" Target="slides/slide60.xml"/>
  <Relationship Id="rId91" Type="http://schemas.openxmlformats.org/officeDocument/2006/relationships/slide" Target="slides/slide61.xml"/>
  <Relationship Id="rId92" Type="http://schemas.openxmlformats.org/officeDocument/2006/relationships/slide" Target="slides/slide62.xml"/>
  <Relationship Id="rId93" Type="http://schemas.openxmlformats.org/officeDocument/2006/relationships/slide" Target="slides/slide63.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8.xml.rels><?xml version="1.0" encoding="UTF-8" standalone="yes"?><Relationships xmlns="http://schemas.openxmlformats.org/package/2006/relationships"><Relationship Id="rId3" Type="http://schemas.openxmlformats.org/officeDocument/2006/relationships/image" Target="../media/v1d_12_image3.png"/><Relationship Id="rId1" Type="http://schemas.openxmlformats.org/officeDocument/2006/relationships/slideLayout" Target="../slideLayouts/slideLayout7.xml"/></Relationships>
</file>

<file path=ppt/slides/_rels/slide49.xml.rels><?xml version="1.0" encoding="UTF-8" standalone="yes"?><Relationships xmlns="http://schemas.openxmlformats.org/package/2006/relationships"><Relationship Id="rId3" Type="http://schemas.openxmlformats.org/officeDocument/2006/relationships/image" Target="../media/v1d_14_image3.png"/><Relationship Id="rId1" Type="http://schemas.openxmlformats.org/officeDocument/2006/relationships/slideLayout" Target="../slideLayouts/slideLayout7.xml"/><Relationship Id="rId4" Type="http://schemas.openxmlformats.org/officeDocument/2006/relationships/image" Target="../media/v1d_14_image13.PNG"/></Relationships>
</file>

<file path=ppt/slides/_rels/slide50.xml.rels><?xml version="1.0" encoding="UTF-8" standalone="yes"?><Relationships xmlns="http://schemas.openxmlformats.org/package/2006/relationships"><Relationship Id="rId3" Type="http://schemas.openxmlformats.org/officeDocument/2006/relationships/image" Target="../media/v1d_5_image3.png"/><Relationship Id="rId1" Type="http://schemas.openxmlformats.org/officeDocument/2006/relationships/slideLayout" Target="../slideLayouts/slideLayout7.xml"/><Relationship Id="rId4" Type="http://schemas.openxmlformats.org/officeDocument/2006/relationships/image" Target="../media/v1d_5_image4.png"/></Relationships>
</file>

<file path=ppt/slides/_rels/slide51.xml.rels><?xml version="1.0" encoding="UTF-8" standalone="yes"?><Relationships xmlns="http://schemas.openxmlformats.org/package/2006/relationships"><Relationship Id="rId3" Type="http://schemas.openxmlformats.org/officeDocument/2006/relationships/image" Target="../media/v1d_7_image3.png"/><Relationship Id="rId1" Type="http://schemas.openxmlformats.org/officeDocument/2006/relationships/slideLayout" Target="../slideLayouts/slideLayout7.xml"/><Relationship Id="rId4" Type="http://schemas.openxmlformats.org/officeDocument/2006/relationships/image" Target="../media/v1d_7_image5.png"/></Relationships>
</file>

<file path=ppt/slides/_rels/slide52.xml.rels><?xml version="1.0" encoding="UTF-8" standalone="yes"?><Relationships xmlns="http://schemas.openxmlformats.org/package/2006/relationships"><Relationship Id="rId3" Type="http://schemas.openxmlformats.org/officeDocument/2006/relationships/image" Target="../media/v1d_8_image3.png"/><Relationship Id="rId1" Type="http://schemas.openxmlformats.org/officeDocument/2006/relationships/slideLayout" Target="../slideLayouts/slideLayout7.xml"/></Relationships>
</file>

<file path=ppt/slides/_rels/slide53.xml.rels><?xml version="1.0" encoding="UTF-8" standalone="yes"?><Relationships xmlns="http://schemas.openxmlformats.org/package/2006/relationships"><Relationship Id="rId3" Type="http://schemas.openxmlformats.org/officeDocument/2006/relationships/image" Target="../media/v1d_9_image3.png"/><Relationship Id="rId1" Type="http://schemas.openxmlformats.org/officeDocument/2006/relationships/slideLayout" Target="../slideLayouts/slideLayout7.xml"/></Relationships>
</file>

<file path=ppt/slides/_rels/slide54.xml.rels><?xml version="1.0" encoding="UTF-8" standalone="yes"?><Relationships xmlns="http://schemas.openxmlformats.org/package/2006/relationships"><Relationship Id="rId3" Type="http://schemas.openxmlformats.org/officeDocument/2006/relationships/image" Target="../media/v1d_11_image3.png"/><Relationship Id="rId1" Type="http://schemas.openxmlformats.org/officeDocument/2006/relationships/slideLayout" Target="../slideLayouts/slideLayout7.xml"/><Relationship Id="rId4" Type="http://schemas.openxmlformats.org/officeDocument/2006/relationships/image" Target="../media/v1d_11_image6.png"/></Relationships>
</file>

<file path=ppt/slides/_rels/slide55.xml.rels><?xml version="1.0" encoding="UTF-8" standalone="yes"?><Relationships xmlns="http://schemas.openxmlformats.org/package/2006/relationships"><Relationship Id="rId3" Type="http://schemas.openxmlformats.org/officeDocument/2006/relationships/image" Target="../media/v1d_13_image3.png"/><Relationship Id="rId1" Type="http://schemas.openxmlformats.org/officeDocument/2006/relationships/slideLayout" Target="../slideLayouts/slideLayout7.xml"/><Relationship Id="rId4" Type="http://schemas.openxmlformats.org/officeDocument/2006/relationships/image" Target="../media/v1d_13_image12.png"/></Relationships>
</file>

<file path=ppt/slides/_rels/slide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8C95"/>
        </a:solidFill>
        <a:effectLst/>
      </p:bgPr>
    </p:bg>
    <p:spTree>
      <p:nvGrpSpPr>
        <p:cNvPr id="1" name=""/>
        <p:cNvGrpSpPr/>
        <p:nvPr/>
      </p:nvGrpSpPr>
      <p:grpSpPr>
        <a:xfrm>
          <a:off x="0" y="0"/>
          <a:ext cx="0" cy="0"/>
          <a:chOff x="0" y="0"/>
          <a:chExt cx="0" cy="0"/>
        </a:xfrm>
      </p:grpSpPr>
      <p:sp>
        <p:nvSpPr>
          <p:cNvPr id="2" name="TextBox 2"/>
          <p:cNvSpPr txBox="1"/>
          <p:nvPr/>
        </p:nvSpPr>
        <p:spPr>
          <a:xfrm>
            <a:off x="419937" y="5640343"/>
            <a:ext cx="4668663" cy="4247630"/>
          </a:xfrm>
          <a:prstGeom prst="rect">
            <a:avLst/>
          </a:prstGeom>
        </p:spPr>
        <p:txBody>
          <a:bodyPr lIns="0" tIns="0" rIns="0" bIns="0" rtlCol="0" anchor="t">
            <a:spAutoFit/>
          </a:bodyPr>
          <a:lstStyle/>
          <a:p>
            <a:pPr algn="l">
              <a:lnSpc>
                <a:spcPts val="7924"/>
              </a:lnSpc>
            </a:pPr>
            <a:r>
              <a:rPr lang="en-US" sz="8152" b="1">
                <a:solidFill>
                  <a:srgbClr val="2F5597"/>
                </a:solidFill>
                <a:latin typeface="Calibri (MS) Bold"/>
                <a:ea typeface="Calibri (MS) Bold"/>
                <a:cs typeface="Calibri (MS) Bold"/>
                <a:sym typeface="Calibri (MS) Bold"/>
              </a:rPr>
              <a:t>L</a:t>
            </a:r>
            <a:r>
              <a:rPr lang="en-US" sz="8152" b="1">
                <a:solidFill>
                  <a:srgbClr val="FFFFFF"/>
                </a:solidFill>
                <a:latin typeface="Calibri (MS) Bold"/>
                <a:ea typeface="Calibri (MS) Bold"/>
                <a:cs typeface="Calibri (MS) Bold"/>
                <a:sym typeface="Calibri (MS) Bold"/>
              </a:rPr>
              <a:t>iving</a:t>
            </a:r>
            <a:r>
              <a:rPr lang="en-US" sz="8152" b="1">
                <a:solidFill>
                  <a:srgbClr val="2F5597"/>
                </a:solidFill>
                <a:latin typeface="Calibri (MS) Bold"/>
                <a:ea typeface="Calibri (MS) Bold"/>
                <a:cs typeface="Calibri (MS) Bold"/>
                <a:sym typeface="Calibri (MS) Bold"/>
              </a:rPr>
              <a:t> </a:t>
            </a:r>
          </a:p>
          <a:p>
            <a:pPr algn="l">
              <a:lnSpc>
                <a:spcPts val="7924"/>
              </a:lnSpc>
            </a:pPr>
            <a:r>
              <a:rPr lang="en-US" sz="8152" b="1">
                <a:solidFill>
                  <a:srgbClr val="2F5597"/>
                </a:solidFill>
                <a:latin typeface="Calibri (MS) Bold"/>
                <a:ea typeface="Calibri (MS) Bold"/>
                <a:cs typeface="Calibri (MS) Bold"/>
                <a:sym typeface="Calibri (MS) Bold"/>
              </a:rPr>
              <a:t>O</a:t>
            </a:r>
            <a:r>
              <a:rPr lang="en-US" sz="8152" b="1">
                <a:solidFill>
                  <a:srgbClr val="FFFFFF"/>
                </a:solidFill>
                <a:latin typeface="Calibri (MS) Bold"/>
                <a:ea typeface="Calibri (MS) Bold"/>
                <a:cs typeface="Calibri (MS) Bold"/>
                <a:sym typeface="Calibri (MS) Bold"/>
              </a:rPr>
              <a:t>ur</a:t>
            </a:r>
            <a:r>
              <a:rPr lang="en-US" sz="8152" b="1">
                <a:solidFill>
                  <a:srgbClr val="2F5597"/>
                </a:solidFill>
                <a:latin typeface="Calibri (MS) Bold"/>
                <a:ea typeface="Calibri (MS) Bold"/>
                <a:cs typeface="Calibri (MS) Bold"/>
                <a:sym typeface="Calibri (MS) Bold"/>
              </a:rPr>
              <a:t> </a:t>
            </a:r>
          </a:p>
          <a:p>
            <a:pPr algn="l">
              <a:lnSpc>
                <a:spcPts val="7924"/>
              </a:lnSpc>
            </a:pPr>
            <a:r>
              <a:rPr lang="en-US" sz="8152" b="1">
                <a:solidFill>
                  <a:srgbClr val="2F5597"/>
                </a:solidFill>
                <a:latin typeface="Calibri (MS) Bold"/>
                <a:ea typeface="Calibri (MS) Bold"/>
                <a:cs typeface="Calibri (MS) Bold"/>
                <a:sym typeface="Calibri (MS) Bold"/>
              </a:rPr>
              <a:t>V</a:t>
            </a:r>
            <a:r>
              <a:rPr lang="en-US" sz="8152" b="1">
                <a:solidFill>
                  <a:srgbClr val="FFFFFF"/>
                </a:solidFill>
                <a:latin typeface="Calibri (MS) Bold"/>
                <a:ea typeface="Calibri (MS) Bold"/>
                <a:cs typeface="Calibri (MS) Bold"/>
                <a:sym typeface="Calibri (MS) Bold"/>
              </a:rPr>
              <a:t>alues </a:t>
            </a:r>
          </a:p>
          <a:p>
            <a:pPr algn="l">
              <a:lnSpc>
                <a:spcPts val="7924"/>
              </a:lnSpc>
            </a:pPr>
            <a:r>
              <a:rPr lang="en-US" sz="8152" b="1">
                <a:solidFill>
                  <a:srgbClr val="2F5597"/>
                </a:solidFill>
                <a:latin typeface="Calibri (MS) Bold"/>
                <a:ea typeface="Calibri (MS) Bold"/>
                <a:cs typeface="Calibri (MS) Bold"/>
                <a:sym typeface="Calibri (MS) Bold"/>
              </a:rPr>
              <a:t>E</a:t>
            </a:r>
            <a:r>
              <a:rPr lang="en-US" sz="8152" b="1">
                <a:solidFill>
                  <a:srgbClr val="FFFFFF"/>
                </a:solidFill>
                <a:latin typeface="Calibri (MS) Bold"/>
                <a:ea typeface="Calibri (MS) Bold"/>
                <a:cs typeface="Calibri (MS) Bold"/>
                <a:sym typeface="Calibri (MS) Bold"/>
              </a:rPr>
              <a:t>veryday</a:t>
            </a:r>
          </a:p>
        </p:txBody>
      </p:sp>
      <p:grpSp>
        <p:nvGrpSpPr>
          <p:cNvPr id="3" name="Group 3"/>
          <p:cNvGrpSpPr>
            <a:grpSpLocks noChangeAspect="1"/>
          </p:cNvGrpSpPr>
          <p:nvPr/>
        </p:nvGrpSpPr>
        <p:grpSpPr>
          <a:xfrm>
            <a:off x="319411" y="256349"/>
            <a:ext cx="3657600" cy="3657600"/>
            <a:chOff x="0" y="0"/>
            <a:chExt cx="3467947" cy="3467947"/>
          </a:xfrm>
        </p:grpSpPr>
        <p:sp>
          <p:nvSpPr>
            <p:cNvPr id="4" name="Freeform 4"/>
            <p:cNvSpPr/>
            <p:nvPr/>
          </p:nvSpPr>
          <p:spPr>
            <a:xfrm>
              <a:off x="0" y="0"/>
              <a:ext cx="3467989" cy="3467989"/>
            </a:xfrm>
            <a:custGeom>
              <a:avLst/>
              <a:gdLst/>
              <a:ahLst/>
              <a:cxnLst/>
              <a:rect l="l" t="t" r="r" b="b"/>
              <a:pathLst>
                <a:path w="3467989" h="3467989">
                  <a:moveTo>
                    <a:pt x="0" y="0"/>
                  </a:moveTo>
                  <a:lnTo>
                    <a:pt x="3467989" y="0"/>
                  </a:lnTo>
                  <a:lnTo>
                    <a:pt x="3467989" y="3467989"/>
                  </a:lnTo>
                  <a:lnTo>
                    <a:pt x="0" y="3467989"/>
                  </a:lnTo>
                  <a:lnTo>
                    <a:pt x="0" y="0"/>
                  </a:lnTo>
                  <a:close/>
                </a:path>
              </a:pathLst>
            </a:custGeom>
            <a:blipFill>
              <a:blip r:embed="rId2"/>
              <a:stretch>
                <a:fillRect r="1" b="1"/>
              </a:stretch>
            </a:blipFill>
          </p:spPr>
          <p:txBody>
            <a:bodyPr/>
            <a:lstStyle/>
            <a:p>
              <a:endParaRPr lang="en-US"/>
            </a:p>
          </p:txBody>
        </p:sp>
      </p:grpSp>
      <p:grpSp>
        <p:nvGrpSpPr>
          <p:cNvPr id="5" name="Group 5"/>
          <p:cNvGrpSpPr>
            <a:grpSpLocks noChangeAspect="1"/>
          </p:cNvGrpSpPr>
          <p:nvPr/>
        </p:nvGrpSpPr>
        <p:grpSpPr>
          <a:xfrm>
            <a:off x="14543303" y="6630422"/>
            <a:ext cx="3257550" cy="3257550"/>
            <a:chOff x="0" y="0"/>
            <a:chExt cx="3088640" cy="3088640"/>
          </a:xfrm>
        </p:grpSpPr>
        <p:sp>
          <p:nvSpPr>
            <p:cNvPr id="6" name="Freeform 6"/>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7" name="TextBox 7"/>
          <p:cNvSpPr txBox="1"/>
          <p:nvPr/>
        </p:nvSpPr>
        <p:spPr>
          <a:xfrm>
            <a:off x="6061024" y="8014851"/>
            <a:ext cx="8327215" cy="1873122"/>
          </a:xfrm>
          <a:prstGeom prst="rect">
            <a:avLst/>
          </a:prstGeom>
        </p:spPr>
        <p:txBody>
          <a:bodyPr lIns="0" tIns="0" rIns="0" bIns="0" rtlCol="0" anchor="t">
            <a:spAutoFit/>
          </a:bodyPr>
          <a:lstStyle/>
          <a:p>
            <a:pPr algn="ctr">
              <a:lnSpc>
                <a:spcPts val="4829"/>
              </a:lnSpc>
            </a:pPr>
            <a:r>
              <a:rPr lang="en-US" sz="4024">
                <a:solidFill>
                  <a:srgbClr val="000000"/>
                </a:solidFill>
                <a:latin typeface="Calibri (MS)"/>
                <a:ea typeface="Calibri (MS)"/>
                <a:cs typeface="Calibri (MS)"/>
                <a:sym typeface="Calibri (MS)"/>
              </a:rPr>
              <a:t>Learn our Shabbat prayers and songs!</a:t>
            </a:r>
          </a:p>
          <a:p>
            <a:pPr algn="ctr">
              <a:lnSpc>
                <a:spcPts val="4829"/>
              </a:lnSpc>
            </a:pPr>
            <a:r>
              <a:rPr lang="en-US" sz="4024">
                <a:solidFill>
                  <a:srgbClr val="000000"/>
                </a:solidFill>
                <a:latin typeface="Calibri (MS)"/>
                <a:ea typeface="Calibri (MS)"/>
                <a:cs typeface="Calibri (MS)"/>
                <a:sym typeface="Calibri (MS)"/>
              </a:rPr>
              <a:t> The Davis Academy Shabbat and Jewish Music Playlist! </a:t>
            </a:r>
          </a:p>
        </p:txBody>
      </p:sp>
      <p:sp>
        <p:nvSpPr>
          <p:cNvPr id="8" name="TextBox 8"/>
          <p:cNvSpPr txBox="1"/>
          <p:nvPr/>
        </p:nvSpPr>
        <p:spPr>
          <a:xfrm>
            <a:off x="5088600" y="1263603"/>
            <a:ext cx="9104598" cy="4811586"/>
          </a:xfrm>
          <a:prstGeom prst="rect">
            <a:avLst/>
          </a:prstGeom>
        </p:spPr>
        <p:txBody>
          <a:bodyPr lIns="0" tIns="0" rIns="0" bIns="0" rtlCol="0" anchor="t">
            <a:spAutoFit/>
          </a:bodyPr>
          <a:lstStyle/>
          <a:p>
            <a:pPr algn="ctr">
              <a:lnSpc>
                <a:spcPts val="18153"/>
              </a:lnSpc>
            </a:pPr>
            <a:r>
              <a:rPr lang="en-US" sz="20628">
                <a:solidFill>
                  <a:srgbClr val="FFFFFF"/>
                </a:solidFill>
                <a:latin typeface="TT Berlinerins"/>
                <a:ea typeface="TT Berlinerins"/>
                <a:cs typeface="TT Berlinerins"/>
                <a:sym typeface="TT Berlinerins"/>
              </a:rPr>
              <a:t>Shabbat</a:t>
            </a:r>
          </a:p>
          <a:p>
            <a:pPr algn="ctr">
              <a:lnSpc>
                <a:spcPts val="18153"/>
              </a:lnSpc>
            </a:pPr>
            <a:r>
              <a:rPr lang="en-US" sz="20628">
                <a:solidFill>
                  <a:srgbClr val="FFFFFF"/>
                </a:solidFill>
                <a:latin typeface="TT Berlinerins"/>
                <a:ea typeface="TT Berlinerins"/>
                <a:cs typeface="TT Berlinerins"/>
                <a:sym typeface="TT Berlinerins"/>
              </a:rPr>
              <a:t>Shalom!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003"/>
            <a:ext cx="18288000" cy="689318"/>
            <a:chOff x="0" y="0"/>
            <a:chExt cx="17339733" cy="653576"/>
          </a:xfrm>
        </p:grpSpPr>
        <p:sp>
          <p:nvSpPr>
            <p:cNvPr id="3" name="Freeform 3"/>
            <p:cNvSpPr/>
            <p:nvPr/>
          </p:nvSpPr>
          <p:spPr>
            <a:xfrm>
              <a:off x="2200" y="1651"/>
              <a:ext cx="17335500" cy="650367"/>
            </a:xfrm>
            <a:custGeom>
              <a:avLst/>
              <a:gdLst/>
              <a:ahLst/>
              <a:cxnLst/>
              <a:rect l="l" t="t" r="r" b="b"/>
              <a:pathLst>
                <a:path w="17335500" h="650367">
                  <a:moveTo>
                    <a:pt x="0" y="0"/>
                  </a:moveTo>
                  <a:lnTo>
                    <a:pt x="17335500" y="0"/>
                  </a:lnTo>
                  <a:lnTo>
                    <a:pt x="17335500" y="650367"/>
                  </a:lnTo>
                  <a:lnTo>
                    <a:pt x="0" y="650367"/>
                  </a:lnTo>
                  <a:close/>
                </a:path>
              </a:pathLst>
            </a:custGeom>
            <a:solidFill>
              <a:srgbClr val="008C95"/>
            </a:solidFill>
          </p:spPr>
          <p:txBody>
            <a:bodyPr/>
            <a:lstStyle/>
            <a:p>
              <a:endParaRPr lang="en-US"/>
            </a:p>
          </p:txBody>
        </p:sp>
      </p:grpSp>
      <p:grpSp>
        <p:nvGrpSpPr>
          <p:cNvPr id="4" name="Group 4"/>
          <p:cNvGrpSpPr>
            <a:grpSpLocks noChangeAspect="1"/>
          </p:cNvGrpSpPr>
          <p:nvPr/>
        </p:nvGrpSpPr>
        <p:grpSpPr>
          <a:xfrm rot="-10800000">
            <a:off x="8035497" y="4220138"/>
            <a:ext cx="2258761" cy="2639395"/>
            <a:chOff x="0" y="0"/>
            <a:chExt cx="1835815" cy="2145177"/>
          </a:xfrm>
        </p:grpSpPr>
        <p:sp>
          <p:nvSpPr>
            <p:cNvPr id="5" name="Freeform 5"/>
            <p:cNvSpPr/>
            <p:nvPr/>
          </p:nvSpPr>
          <p:spPr>
            <a:xfrm flipH="1">
              <a:off x="0" y="0"/>
              <a:ext cx="1835785" cy="2145157"/>
            </a:xfrm>
            <a:custGeom>
              <a:avLst/>
              <a:gdLst/>
              <a:ahLst/>
              <a:cxnLst/>
              <a:rect l="l" t="t" r="r" b="b"/>
              <a:pathLst>
                <a:path w="1835785" h="2145157">
                  <a:moveTo>
                    <a:pt x="1835785" y="0"/>
                  </a:moveTo>
                  <a:lnTo>
                    <a:pt x="0" y="0"/>
                  </a:lnTo>
                  <a:lnTo>
                    <a:pt x="0" y="2145157"/>
                  </a:lnTo>
                  <a:lnTo>
                    <a:pt x="1835785" y="2145157"/>
                  </a:lnTo>
                  <a:lnTo>
                    <a:pt x="1835785" y="0"/>
                  </a:lnTo>
                  <a:close/>
                </a:path>
              </a:pathLst>
            </a:custGeom>
            <a:blipFill>
              <a:blip r:embed="rId2"/>
              <a:stretch>
                <a:fillRect l="-128040" t="-71755" r="-128042" b="-187740"/>
              </a:stretch>
            </a:blipFill>
          </p:spPr>
          <p:txBody>
            <a:bodyPr/>
            <a:lstStyle/>
            <a:p>
              <a:endParaRPr lang="en-US"/>
            </a:p>
          </p:txBody>
        </p:sp>
      </p:grpSp>
      <p:sp>
        <p:nvSpPr>
          <p:cNvPr id="6" name="Freeform 6"/>
          <p:cNvSpPr/>
          <p:nvPr/>
        </p:nvSpPr>
        <p:spPr>
          <a:xfrm>
            <a:off x="177783" y="687315"/>
            <a:ext cx="17907435" cy="3133801"/>
          </a:xfrm>
          <a:custGeom>
            <a:avLst/>
            <a:gdLst/>
            <a:ahLst/>
            <a:cxnLst/>
            <a:rect l="l" t="t" r="r" b="b"/>
            <a:pathLst>
              <a:path w="17907435" h="3133801">
                <a:moveTo>
                  <a:pt x="0" y="0"/>
                </a:moveTo>
                <a:lnTo>
                  <a:pt x="17907435" y="0"/>
                </a:lnTo>
                <a:lnTo>
                  <a:pt x="17907435" y="3133801"/>
                </a:lnTo>
                <a:lnTo>
                  <a:pt x="0" y="3133801"/>
                </a:lnTo>
                <a:lnTo>
                  <a:pt x="0" y="0"/>
                </a:lnTo>
                <a:close/>
              </a:path>
            </a:pathLst>
          </a:custGeom>
          <a:blipFill>
            <a:blip r:embed="rId3"/>
            <a:stretch>
              <a:fillRect/>
            </a:stretch>
          </a:blipFill>
        </p:spPr>
        <p:txBody>
          <a:bodyPr/>
          <a:lstStyle/>
          <a:p>
            <a:endParaRPr lang="en-US"/>
          </a:p>
        </p:txBody>
      </p:sp>
      <p:sp>
        <p:nvSpPr>
          <p:cNvPr id="7" name="Freeform 7"/>
          <p:cNvSpPr/>
          <p:nvPr/>
        </p:nvSpPr>
        <p:spPr>
          <a:xfrm flipV="1">
            <a:off x="211160" y="7121601"/>
            <a:ext cx="17907435" cy="3133801"/>
          </a:xfrm>
          <a:custGeom>
            <a:avLst/>
            <a:gdLst/>
            <a:ahLst/>
            <a:cxnLst/>
            <a:rect l="l" t="t" r="r" b="b"/>
            <a:pathLst>
              <a:path w="17907435" h="3133801">
                <a:moveTo>
                  <a:pt x="0" y="3133801"/>
                </a:moveTo>
                <a:lnTo>
                  <a:pt x="17907435" y="3133801"/>
                </a:lnTo>
                <a:lnTo>
                  <a:pt x="17907435" y="0"/>
                </a:lnTo>
                <a:lnTo>
                  <a:pt x="0" y="0"/>
                </a:lnTo>
                <a:lnTo>
                  <a:pt x="0" y="3133801"/>
                </a:lnTo>
                <a:close/>
              </a:path>
            </a:pathLst>
          </a:custGeom>
          <a:blipFill>
            <a:blip r:embed="rId3"/>
            <a:stretch>
              <a:fillRect/>
            </a:stretch>
          </a:blipFill>
        </p:spPr>
        <p:txBody>
          <a:bodyPr/>
          <a:lstStyle/>
          <a:p>
            <a:endParaRPr lang="en-US"/>
          </a:p>
        </p:txBody>
      </p:sp>
      <p:sp>
        <p:nvSpPr>
          <p:cNvPr id="8" name="TextBox 8"/>
          <p:cNvSpPr txBox="1"/>
          <p:nvPr/>
        </p:nvSpPr>
        <p:spPr>
          <a:xfrm>
            <a:off x="817917" y="1125466"/>
            <a:ext cx="7109635" cy="6017895"/>
          </a:xfrm>
          <a:prstGeom prst="rect">
            <a:avLst/>
          </a:prstGeom>
        </p:spPr>
        <p:txBody>
          <a:bodyPr lIns="0" tIns="0" rIns="0" bIns="0" rtlCol="0" anchor="t">
            <a:spAutoFit/>
          </a:bodyPr>
          <a:lstStyle/>
          <a:p>
            <a:pPr algn="l">
              <a:lnSpc>
                <a:spcPts val="5760"/>
              </a:lnSpc>
            </a:pPr>
            <a:r>
              <a:rPr lang="en-US" sz="3600" i="1">
                <a:solidFill>
                  <a:srgbClr val="FFFFFF"/>
                </a:solidFill>
                <a:latin typeface="Helvetica Italics"/>
                <a:ea typeface="Helvetica Italics"/>
                <a:cs typeface="Helvetica Italics"/>
                <a:sym typeface="Helvetica Italics"/>
              </a:rPr>
              <a:t>Kol od baleivav p’nimah</a:t>
            </a:r>
          </a:p>
          <a:p>
            <a:pPr algn="l">
              <a:lnSpc>
                <a:spcPts val="5760"/>
              </a:lnSpc>
            </a:pPr>
            <a:r>
              <a:rPr lang="en-US" sz="3600" i="1">
                <a:solidFill>
                  <a:srgbClr val="FFFFFF"/>
                </a:solidFill>
                <a:latin typeface="Helvetica Italics"/>
                <a:ea typeface="Helvetica Italics"/>
                <a:cs typeface="Helvetica Italics"/>
                <a:sym typeface="Helvetica Italics"/>
              </a:rPr>
              <a:t>nefesh Y’hudi homiyah</a:t>
            </a:r>
          </a:p>
          <a:p>
            <a:pPr algn="l">
              <a:lnSpc>
                <a:spcPts val="5760"/>
              </a:lnSpc>
            </a:pPr>
            <a:r>
              <a:rPr lang="en-US" sz="3600" i="1">
                <a:solidFill>
                  <a:srgbClr val="FFFFFF"/>
                </a:solidFill>
                <a:latin typeface="Helvetica Italics"/>
                <a:ea typeface="Helvetica Italics"/>
                <a:cs typeface="Helvetica Italics"/>
                <a:sym typeface="Helvetica Italics"/>
              </a:rPr>
              <a:t>ul’faatei mizrach kadimah</a:t>
            </a:r>
          </a:p>
          <a:p>
            <a:pPr algn="l">
              <a:lnSpc>
                <a:spcPts val="1920"/>
              </a:lnSpc>
            </a:pPr>
            <a:endParaRPr lang="en-US" sz="3600" i="1">
              <a:solidFill>
                <a:srgbClr val="FFFFFF"/>
              </a:solidFill>
              <a:latin typeface="Helvetica Italics"/>
              <a:ea typeface="Helvetica Italics"/>
              <a:cs typeface="Helvetica Italics"/>
              <a:sym typeface="Helvetica Italics"/>
            </a:endParaRPr>
          </a:p>
          <a:p>
            <a:pPr algn="l">
              <a:lnSpc>
                <a:spcPts val="5760"/>
              </a:lnSpc>
            </a:pPr>
            <a:r>
              <a:rPr lang="en-US" sz="3600" i="1">
                <a:solidFill>
                  <a:srgbClr val="003979"/>
                </a:solidFill>
                <a:latin typeface="Helvetica Italics"/>
                <a:ea typeface="Helvetica Italics"/>
                <a:cs typeface="Helvetica Italics"/>
                <a:sym typeface="Helvetica Italics"/>
              </a:rPr>
              <a:t>ayin l’Tziyon tzofiyah.</a:t>
            </a:r>
          </a:p>
          <a:p>
            <a:pPr algn="l">
              <a:lnSpc>
                <a:spcPts val="5760"/>
              </a:lnSpc>
            </a:pPr>
            <a:r>
              <a:rPr lang="en-US" sz="3600" i="1">
                <a:solidFill>
                  <a:srgbClr val="003979"/>
                </a:solidFill>
                <a:latin typeface="Helvetica Italics"/>
                <a:ea typeface="Helvetica Italics"/>
                <a:cs typeface="Helvetica Italics"/>
                <a:sym typeface="Helvetica Italics"/>
              </a:rPr>
              <a:t>Od lo av’dah tikvateinu</a:t>
            </a:r>
          </a:p>
          <a:p>
            <a:pPr algn="l">
              <a:lnSpc>
                <a:spcPts val="5760"/>
              </a:lnSpc>
            </a:pPr>
            <a:r>
              <a:rPr lang="en-US" sz="3600" i="1">
                <a:solidFill>
                  <a:srgbClr val="003979"/>
                </a:solidFill>
                <a:latin typeface="Helvetica Italics"/>
                <a:ea typeface="Helvetica Italics"/>
                <a:cs typeface="Helvetica Italics"/>
                <a:sym typeface="Helvetica Italics"/>
              </a:rPr>
              <a:t>hatikvah bat sh’not alpayim</a:t>
            </a:r>
          </a:p>
          <a:p>
            <a:pPr algn="l">
              <a:lnSpc>
                <a:spcPts val="5760"/>
              </a:lnSpc>
            </a:pPr>
            <a:r>
              <a:rPr lang="en-US" sz="3600" i="1">
                <a:solidFill>
                  <a:srgbClr val="003979"/>
                </a:solidFill>
                <a:latin typeface="Helvetica Italics"/>
                <a:ea typeface="Helvetica Italics"/>
                <a:cs typeface="Helvetica Italics"/>
                <a:sym typeface="Helvetica Italics"/>
              </a:rPr>
              <a:t>lih’yot am chofshi b’artzeinu</a:t>
            </a:r>
          </a:p>
          <a:p>
            <a:pPr algn="l">
              <a:lnSpc>
                <a:spcPts val="5760"/>
              </a:lnSpc>
            </a:pPr>
            <a:r>
              <a:rPr lang="en-US" sz="3600" i="1">
                <a:solidFill>
                  <a:srgbClr val="003979"/>
                </a:solidFill>
                <a:latin typeface="Helvetica Italics"/>
                <a:ea typeface="Helvetica Italics"/>
                <a:cs typeface="Helvetica Italics"/>
                <a:sym typeface="Helvetica Italics"/>
              </a:rPr>
              <a:t>eretz Tziyon virushalayim.</a:t>
            </a:r>
          </a:p>
        </p:txBody>
      </p:sp>
      <p:sp>
        <p:nvSpPr>
          <p:cNvPr id="9" name="TextBox 9"/>
          <p:cNvSpPr txBox="1"/>
          <p:nvPr/>
        </p:nvSpPr>
        <p:spPr>
          <a:xfrm>
            <a:off x="10149665" y="1258816"/>
            <a:ext cx="7109635" cy="7305675"/>
          </a:xfrm>
          <a:prstGeom prst="rect">
            <a:avLst/>
          </a:prstGeom>
        </p:spPr>
        <p:txBody>
          <a:bodyPr lIns="0" tIns="0" rIns="0" bIns="0" rtlCol="0" anchor="t">
            <a:spAutoFit/>
          </a:bodyPr>
          <a:lstStyle/>
          <a:p>
            <a:pPr algn="r" rtl="1">
              <a:lnSpc>
                <a:spcPts val="5624"/>
              </a:lnSpc>
            </a:pPr>
            <a:r>
              <a:rPr lang="he-IL" sz="4499">
                <a:solidFill>
                  <a:srgbClr val="FFFFFF"/>
                </a:solidFill>
                <a:latin typeface="David Libre"/>
                <a:ea typeface="David Libre"/>
                <a:cs typeface="David Libre"/>
                <a:sym typeface="David Libre"/>
                <a:rtl/>
              </a:rPr>
              <a:t>כֹּל עוֹד בַּלֵּבָב פְּנִימָה </a:t>
            </a:r>
          </a:p>
          <a:p>
            <a:pPr algn="r" rtl="1">
              <a:lnSpc>
                <a:spcPts val="5624"/>
              </a:lnSpc>
            </a:pPr>
            <a:r>
              <a:rPr lang="he-IL" sz="4499">
                <a:solidFill>
                  <a:srgbClr val="FFFFFF"/>
                </a:solidFill>
                <a:latin typeface="David Libre"/>
                <a:ea typeface="David Libre"/>
                <a:cs typeface="David Libre"/>
                <a:sym typeface="David Libre"/>
                <a:rtl/>
              </a:rPr>
              <a:t>נֶפֶשׁ יְהוּדִי הוֹמִיָּה, </a:t>
            </a:r>
          </a:p>
          <a:p>
            <a:pPr algn="r" rtl="1">
              <a:lnSpc>
                <a:spcPts val="5624"/>
              </a:lnSpc>
            </a:pPr>
            <a:r>
              <a:rPr lang="he-IL" sz="4499">
                <a:solidFill>
                  <a:srgbClr val="FFFFFF"/>
                </a:solidFill>
                <a:latin typeface="David Libre"/>
                <a:ea typeface="David Libre"/>
                <a:cs typeface="David Libre"/>
                <a:sym typeface="David Libre"/>
                <a:rtl/>
              </a:rPr>
              <a:t>וּלְפַאֲתֵי מִזְרָח, קָדִימָה,</a:t>
            </a:r>
          </a:p>
          <a:p>
            <a:pPr algn="r" rtl="1">
              <a:lnSpc>
                <a:spcPts val="2000"/>
              </a:lnSpc>
            </a:pPr>
            <a:r>
              <a:rPr lang="ar-EG" sz="1600">
                <a:solidFill>
                  <a:srgbClr val="FFFFFF"/>
                </a:solidFill>
                <a:latin typeface="David Libre"/>
                <a:ea typeface="David Libre"/>
                <a:cs typeface="David Libre"/>
                <a:sym typeface="David Libre"/>
                <a:rtl/>
              </a:rPr>
              <a:t> </a:t>
            </a:r>
          </a:p>
          <a:p>
            <a:pPr algn="r" rtl="1">
              <a:lnSpc>
                <a:spcPts val="5624"/>
              </a:lnSpc>
            </a:pPr>
            <a:r>
              <a:rPr lang="he-IL" sz="4499">
                <a:solidFill>
                  <a:srgbClr val="2F5597"/>
                </a:solidFill>
                <a:latin typeface="David Libre"/>
                <a:ea typeface="David Libre"/>
                <a:cs typeface="David Libre"/>
                <a:sym typeface="David Libre"/>
                <a:rtl/>
              </a:rPr>
              <a:t>עַיִן לְצִיּוֹן צוֹפִיָּה,</a:t>
            </a:r>
          </a:p>
          <a:p>
            <a:pPr algn="r" rtl="1">
              <a:lnSpc>
                <a:spcPts val="5624"/>
              </a:lnSpc>
            </a:pPr>
            <a:r>
              <a:rPr lang="he-IL" sz="4499">
                <a:solidFill>
                  <a:srgbClr val="2F5597"/>
                </a:solidFill>
                <a:latin typeface="David Libre"/>
                <a:ea typeface="David Libre"/>
                <a:cs typeface="David Libre"/>
                <a:sym typeface="David Libre"/>
                <a:rtl/>
              </a:rPr>
              <a:t>עוֹד לֹא אָבְדָה תִּקְוָתֵנוּ, </a:t>
            </a:r>
          </a:p>
          <a:p>
            <a:pPr algn="r" rtl="1">
              <a:lnSpc>
                <a:spcPts val="5624"/>
              </a:lnSpc>
            </a:pPr>
            <a:r>
              <a:rPr lang="he-IL" sz="4499">
                <a:solidFill>
                  <a:srgbClr val="2F5597"/>
                </a:solidFill>
                <a:latin typeface="David Libre"/>
                <a:ea typeface="David Libre"/>
                <a:cs typeface="David Libre"/>
                <a:sym typeface="David Libre"/>
                <a:rtl/>
              </a:rPr>
              <a:t>הַתִּקְוָה בַּת שְׁנוֹת אַלְפַּיִם, </a:t>
            </a:r>
          </a:p>
          <a:p>
            <a:pPr algn="r" rtl="1">
              <a:lnSpc>
                <a:spcPts val="5624"/>
              </a:lnSpc>
            </a:pPr>
            <a:r>
              <a:rPr lang="he-IL" sz="4499">
                <a:solidFill>
                  <a:srgbClr val="2F5597"/>
                </a:solidFill>
                <a:latin typeface="David Libre"/>
                <a:ea typeface="David Libre"/>
                <a:cs typeface="David Libre"/>
                <a:sym typeface="David Libre"/>
                <a:rtl/>
              </a:rPr>
              <a:t>לִהְיוֹת עַם חָפְשִׁי בְּאַרְצֵנוּ, </a:t>
            </a:r>
          </a:p>
          <a:p>
            <a:pPr algn="r" rtl="1">
              <a:lnSpc>
                <a:spcPts val="5624"/>
              </a:lnSpc>
            </a:pPr>
            <a:r>
              <a:rPr lang="he-IL" sz="4499">
                <a:solidFill>
                  <a:srgbClr val="2F5597"/>
                </a:solidFill>
                <a:latin typeface="David Libre"/>
                <a:ea typeface="David Libre"/>
                <a:cs typeface="David Libre"/>
                <a:sym typeface="David Libre"/>
                <a:rtl/>
              </a:rPr>
              <a:t>אֶרֶץ צִיּוֹן וִירוּשָׁלַיִם.</a:t>
            </a:r>
          </a:p>
          <a:p>
            <a:pPr algn="r" rtl="1">
              <a:lnSpc>
                <a:spcPts val="5624"/>
              </a:lnSpc>
            </a:pPr>
            <a:endParaRPr lang="he-IL" sz="4499">
              <a:solidFill>
                <a:srgbClr val="2F5597"/>
              </a:solidFill>
              <a:latin typeface="David Libre"/>
              <a:ea typeface="David Libre"/>
              <a:cs typeface="David Libre"/>
              <a:sym typeface="David Libre"/>
              <a:rtl/>
            </a:endParaRPr>
          </a:p>
          <a:p>
            <a:pPr algn="r" rtl="1">
              <a:lnSpc>
                <a:spcPts val="5624"/>
              </a:lnSpc>
            </a:pPr>
            <a:endParaRPr lang="he-IL" sz="4499">
              <a:solidFill>
                <a:srgbClr val="2F5597"/>
              </a:solidFill>
              <a:latin typeface="David Libre"/>
              <a:ea typeface="David Libre"/>
              <a:cs typeface="David Libre"/>
              <a:sym typeface="David Libre"/>
              <a:rtl/>
            </a:endParaRPr>
          </a:p>
        </p:txBody>
      </p:sp>
      <p:grpSp>
        <p:nvGrpSpPr>
          <p:cNvPr id="10" name="Group 10"/>
          <p:cNvGrpSpPr/>
          <p:nvPr/>
        </p:nvGrpSpPr>
        <p:grpSpPr>
          <a:xfrm>
            <a:off x="1028700" y="8009069"/>
            <a:ext cx="16230600" cy="1966044"/>
            <a:chOff x="0" y="0"/>
            <a:chExt cx="15389013" cy="1864101"/>
          </a:xfrm>
        </p:grpSpPr>
        <p:sp>
          <p:nvSpPr>
            <p:cNvPr id="11" name="Freeform 11"/>
            <p:cNvSpPr/>
            <p:nvPr/>
          </p:nvSpPr>
          <p:spPr>
            <a:xfrm>
              <a:off x="0" y="0"/>
              <a:ext cx="15389013" cy="1864101"/>
            </a:xfrm>
            <a:custGeom>
              <a:avLst/>
              <a:gdLst/>
              <a:ahLst/>
              <a:cxnLst/>
              <a:rect l="l" t="t" r="r" b="b"/>
              <a:pathLst>
                <a:path w="15389013" h="1864101">
                  <a:moveTo>
                    <a:pt x="0" y="0"/>
                  </a:moveTo>
                  <a:lnTo>
                    <a:pt x="15389013" y="0"/>
                  </a:lnTo>
                  <a:lnTo>
                    <a:pt x="15389013" y="1864101"/>
                  </a:lnTo>
                  <a:lnTo>
                    <a:pt x="0" y="1864101"/>
                  </a:lnTo>
                  <a:close/>
                </a:path>
              </a:pathLst>
            </a:custGeom>
          </p:spPr>
          <p:txBody>
            <a:bodyPr/>
            <a:lstStyle/>
            <a:p>
              <a:endParaRPr lang="en-US"/>
            </a:p>
          </p:txBody>
        </p:sp>
        <p:sp>
          <p:nvSpPr>
            <p:cNvPr id="12" name="TextBox 12"/>
            <p:cNvSpPr txBox="1"/>
            <p:nvPr/>
          </p:nvSpPr>
          <p:spPr>
            <a:xfrm>
              <a:off x="0" y="-28575"/>
              <a:ext cx="15389013" cy="1892676"/>
            </a:xfrm>
            <a:prstGeom prst="rect">
              <a:avLst/>
            </a:prstGeom>
          </p:spPr>
          <p:txBody>
            <a:bodyPr lIns="0" tIns="0" rIns="0" bIns="0" rtlCol="0" anchor="t"/>
            <a:lstStyle/>
            <a:p>
              <a:pPr algn="ctr">
                <a:lnSpc>
                  <a:spcPts val="3840"/>
                </a:lnSpc>
              </a:pPr>
              <a:r>
                <a:rPr lang="en-US" sz="3200">
                  <a:solidFill>
                    <a:srgbClr val="FFFFFF"/>
                  </a:solidFill>
                  <a:latin typeface="Helvetica"/>
                  <a:ea typeface="Helvetica"/>
                  <a:cs typeface="Helvetica"/>
                  <a:sym typeface="Helvetica"/>
                </a:rPr>
                <a:t>So long as within the inmost heart a Jewish spirit sings, </a:t>
              </a:r>
            </a:p>
            <a:p>
              <a:pPr algn="ctr">
                <a:lnSpc>
                  <a:spcPts val="3840"/>
                </a:lnSpc>
              </a:pPr>
              <a:r>
                <a:rPr lang="en-US" sz="3200">
                  <a:solidFill>
                    <a:srgbClr val="FFFFFF"/>
                  </a:solidFill>
                  <a:latin typeface="Helvetica"/>
                  <a:ea typeface="Helvetica"/>
                  <a:cs typeface="Helvetica"/>
                  <a:sym typeface="Helvetica"/>
                </a:rPr>
                <a:t>so long as the eye looks eastward, gazing toward Zion, our hope is not lost—the hope of two thousand years: to be free people in our land, the land of Zion and Jerusalem.</a:t>
              </a:r>
            </a:p>
          </p:txBody>
        </p:sp>
      </p:grpSp>
      <p:sp>
        <p:nvSpPr>
          <p:cNvPr id="13" name="TextBox 13"/>
          <p:cNvSpPr txBox="1"/>
          <p:nvPr/>
        </p:nvSpPr>
        <p:spPr>
          <a:xfrm>
            <a:off x="177783" y="111455"/>
            <a:ext cx="2304851" cy="514350"/>
          </a:xfrm>
          <a:prstGeom prst="rect">
            <a:avLst/>
          </a:prstGeom>
        </p:spPr>
        <p:txBody>
          <a:bodyPr lIns="0" tIns="0" rIns="0" bIns="0" rtlCol="0" anchor="t">
            <a:spAutoFit/>
          </a:bodyPr>
          <a:lstStyle/>
          <a:p>
            <a:pPr algn="l">
              <a:lnSpc>
                <a:spcPts val="3839"/>
              </a:lnSpc>
            </a:pPr>
            <a:r>
              <a:rPr lang="en-US" sz="3199">
                <a:solidFill>
                  <a:srgbClr val="FFFFFF"/>
                </a:solidFill>
                <a:latin typeface="Helvetica"/>
                <a:ea typeface="Helvetica"/>
                <a:cs typeface="Helvetica"/>
                <a:sym typeface="Helvetica"/>
              </a:rPr>
              <a:t>Hatikvah</a:t>
            </a:r>
          </a:p>
        </p:txBody>
      </p:sp>
      <p:sp>
        <p:nvSpPr>
          <p:cNvPr id="14" name="TextBox 14"/>
          <p:cNvSpPr txBox="1"/>
          <p:nvPr/>
        </p:nvSpPr>
        <p:spPr>
          <a:xfrm>
            <a:off x="16230600" y="-109591"/>
            <a:ext cx="1887995" cy="723519"/>
          </a:xfrm>
          <a:prstGeom prst="rect">
            <a:avLst/>
          </a:prstGeom>
        </p:spPr>
        <p:txBody>
          <a:bodyPr wrap="square" lIns="0" tIns="0" rIns="0" bIns="0" rtlCol="0" anchor="t">
            <a:spAutoFit/>
          </a:bodyPr>
          <a:lstStyle/>
          <a:p>
            <a:pPr algn="ctr" rtl="1">
              <a:lnSpc>
                <a:spcPts val="6048"/>
              </a:lnSpc>
              <a:spcBef>
                <a:spcPct val="0"/>
              </a:spcBef>
            </a:pPr>
            <a:r>
              <a:rPr lang="he-IL" sz="3600" dirty="0" err="1">
                <a:solidFill>
                  <a:srgbClr val="FFFFFF"/>
                </a:solidFill>
                <a:latin typeface="David Libre"/>
                <a:ea typeface="David Libre"/>
                <a:cs typeface="David Libre"/>
                <a:sym typeface="David Libre"/>
                <a:rtl/>
              </a:rPr>
              <a:t>הַתִּקְוָה</a:t>
            </a:r>
            <a:endParaRPr lang="he-IL" sz="3600" dirty="0">
              <a:solidFill>
                <a:srgbClr val="FFFFFF"/>
              </a:solidFill>
              <a:latin typeface="David Libre"/>
              <a:ea typeface="David Libre"/>
              <a:cs typeface="David Libre"/>
              <a:sym typeface="David Libre"/>
              <a:rt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0" y="-21431"/>
            <a:ext cx="18288000" cy="256282"/>
            <a:chOff x="0" y="0"/>
            <a:chExt cx="17339733" cy="242993"/>
          </a:xfrm>
        </p:grpSpPr>
        <p:sp>
          <p:nvSpPr>
            <p:cNvPr id="3" name="Freeform 3"/>
            <p:cNvSpPr/>
            <p:nvPr/>
          </p:nvSpPr>
          <p:spPr>
            <a:xfrm>
              <a:off x="3047" y="1129"/>
              <a:ext cx="17333713" cy="240763"/>
            </a:xfrm>
            <a:custGeom>
              <a:avLst/>
              <a:gdLst/>
              <a:ahLst/>
              <a:cxnLst/>
              <a:rect l="l" t="t" r="r" b="b"/>
              <a:pathLst>
                <a:path w="17333713" h="240763">
                  <a:moveTo>
                    <a:pt x="0" y="0"/>
                  </a:moveTo>
                  <a:lnTo>
                    <a:pt x="17333713" y="0"/>
                  </a:lnTo>
                  <a:lnTo>
                    <a:pt x="17333713" y="240763"/>
                  </a:lnTo>
                  <a:lnTo>
                    <a:pt x="0" y="240763"/>
                  </a:lnTo>
                  <a:close/>
                </a:path>
              </a:pathLst>
            </a:custGeom>
            <a:solidFill>
              <a:srgbClr val="008C95"/>
            </a:solidFill>
          </p:spPr>
          <p:txBody>
            <a:bodyPr/>
            <a:lstStyle/>
            <a:p>
              <a:endParaRPr lang="en-US"/>
            </a:p>
          </p:txBody>
        </p:sp>
      </p:grpSp>
      <p:grpSp>
        <p:nvGrpSpPr>
          <p:cNvPr id="4" name="Group 4"/>
          <p:cNvGrpSpPr/>
          <p:nvPr/>
        </p:nvGrpSpPr>
        <p:grpSpPr>
          <a:xfrm>
            <a:off x="0" y="10112330"/>
            <a:ext cx="18288000" cy="177071"/>
            <a:chOff x="0" y="0"/>
            <a:chExt cx="17339733" cy="167889"/>
          </a:xfrm>
        </p:grpSpPr>
        <p:sp>
          <p:nvSpPr>
            <p:cNvPr id="5" name="Freeform 5"/>
            <p:cNvSpPr/>
            <p:nvPr/>
          </p:nvSpPr>
          <p:spPr>
            <a:xfrm>
              <a:off x="3047" y="2286"/>
              <a:ext cx="17333713" cy="163322"/>
            </a:xfrm>
            <a:custGeom>
              <a:avLst/>
              <a:gdLst/>
              <a:ahLst/>
              <a:cxnLst/>
              <a:rect l="l" t="t" r="r" b="b"/>
              <a:pathLst>
                <a:path w="17333713" h="163322">
                  <a:moveTo>
                    <a:pt x="0" y="0"/>
                  </a:moveTo>
                  <a:lnTo>
                    <a:pt x="17333713" y="0"/>
                  </a:lnTo>
                  <a:lnTo>
                    <a:pt x="17333713" y="163322"/>
                  </a:lnTo>
                  <a:lnTo>
                    <a:pt x="0" y="163322"/>
                  </a:lnTo>
                  <a:close/>
                </a:path>
              </a:pathLst>
            </a:custGeom>
            <a:solidFill>
              <a:srgbClr val="00696B"/>
            </a:solidFill>
          </p:spPr>
          <p:txBody>
            <a:bodyPr/>
            <a:lstStyle/>
            <a:p>
              <a:endParaRPr lang="en-US"/>
            </a:p>
          </p:txBody>
        </p:sp>
      </p:grpSp>
      <p:sp>
        <p:nvSpPr>
          <p:cNvPr id="6" name="Freeform 6"/>
          <p:cNvSpPr/>
          <p:nvPr/>
        </p:nvSpPr>
        <p:spPr>
          <a:xfrm>
            <a:off x="7864843" y="2732104"/>
            <a:ext cx="2558313" cy="2558313"/>
          </a:xfrm>
          <a:custGeom>
            <a:avLst/>
            <a:gdLst/>
            <a:ahLst/>
            <a:cxnLst/>
            <a:rect l="l" t="t" r="r" b="b"/>
            <a:pathLst>
              <a:path w="2558313" h="2558313">
                <a:moveTo>
                  <a:pt x="0" y="0"/>
                </a:moveTo>
                <a:lnTo>
                  <a:pt x="2558314" y="0"/>
                </a:lnTo>
                <a:lnTo>
                  <a:pt x="2558314" y="2558313"/>
                </a:lnTo>
                <a:lnTo>
                  <a:pt x="0" y="2558313"/>
                </a:lnTo>
                <a:lnTo>
                  <a:pt x="0" y="0"/>
                </a:lnTo>
                <a:close/>
              </a:path>
            </a:pathLst>
          </a:custGeom>
          <a:blipFill>
            <a:blip r:embed="rId2"/>
            <a:stretch>
              <a:fillRect/>
            </a:stretch>
          </a:blipFill>
        </p:spPr>
        <p:txBody>
          <a:bodyPr/>
          <a:lstStyle/>
          <a:p>
            <a:endParaRPr lang="en-US"/>
          </a:p>
        </p:txBody>
      </p:sp>
      <p:sp>
        <p:nvSpPr>
          <p:cNvPr id="7" name="TextBox 7"/>
          <p:cNvSpPr txBox="1"/>
          <p:nvPr/>
        </p:nvSpPr>
        <p:spPr>
          <a:xfrm>
            <a:off x="2643188" y="550697"/>
            <a:ext cx="13001625" cy="1455182"/>
          </a:xfrm>
          <a:prstGeom prst="rect">
            <a:avLst/>
          </a:prstGeom>
        </p:spPr>
        <p:txBody>
          <a:bodyPr lIns="0" tIns="0" rIns="0" bIns="0" rtlCol="0" anchor="t">
            <a:spAutoFit/>
          </a:bodyPr>
          <a:lstStyle/>
          <a:p>
            <a:pPr algn="ctr">
              <a:lnSpc>
                <a:spcPts val="9720"/>
              </a:lnSpc>
            </a:pPr>
            <a:r>
              <a:rPr lang="en-US" sz="9000" b="1">
                <a:solidFill>
                  <a:srgbClr val="008C95"/>
                </a:solidFill>
                <a:latin typeface="Calibri (MS) Bold"/>
                <a:ea typeface="Calibri (MS) Bold"/>
                <a:cs typeface="Calibri (MS) Bold"/>
                <a:sym typeface="Calibri (MS) Bold"/>
              </a:rPr>
              <a:t>L</a:t>
            </a:r>
            <a:r>
              <a:rPr lang="en-US" sz="9000" b="1">
                <a:solidFill>
                  <a:srgbClr val="FFFFFF"/>
                </a:solidFill>
                <a:latin typeface="Calibri (MS) Bold"/>
                <a:ea typeface="Calibri (MS) Bold"/>
                <a:cs typeface="Calibri (MS) Bold"/>
                <a:sym typeface="Calibri (MS) Bold"/>
              </a:rPr>
              <a:t>iving</a:t>
            </a:r>
            <a:r>
              <a:rPr lang="en-US" sz="9000" b="1">
                <a:solidFill>
                  <a:srgbClr val="2F5597"/>
                </a:solidFill>
                <a:latin typeface="Calibri (MS) Bold"/>
                <a:ea typeface="Calibri (MS) Bold"/>
                <a:cs typeface="Calibri (MS) Bold"/>
                <a:sym typeface="Calibri (MS) Bold"/>
              </a:rPr>
              <a:t> </a:t>
            </a:r>
            <a:r>
              <a:rPr lang="en-US" sz="9000" b="1">
                <a:solidFill>
                  <a:srgbClr val="008C95"/>
                </a:solidFill>
                <a:latin typeface="Calibri (MS) Bold"/>
                <a:ea typeface="Calibri (MS) Bold"/>
                <a:cs typeface="Calibri (MS) Bold"/>
                <a:sym typeface="Calibri (MS) Bold"/>
              </a:rPr>
              <a:t>O</a:t>
            </a:r>
            <a:r>
              <a:rPr lang="en-US" sz="9000" b="1">
                <a:solidFill>
                  <a:srgbClr val="FFFFFF"/>
                </a:solidFill>
                <a:latin typeface="Calibri (MS) Bold"/>
                <a:ea typeface="Calibri (MS) Bold"/>
                <a:cs typeface="Calibri (MS) Bold"/>
                <a:sym typeface="Calibri (MS) Bold"/>
              </a:rPr>
              <a:t>ur </a:t>
            </a:r>
            <a:r>
              <a:rPr lang="en-US" sz="9000" b="1">
                <a:solidFill>
                  <a:srgbClr val="008C95"/>
                </a:solidFill>
                <a:latin typeface="Calibri (MS) Bold"/>
                <a:ea typeface="Calibri (MS) Bold"/>
                <a:cs typeface="Calibri (MS) Bold"/>
                <a:sym typeface="Calibri (MS) Bold"/>
              </a:rPr>
              <a:t>V</a:t>
            </a:r>
            <a:r>
              <a:rPr lang="en-US" sz="9000" b="1">
                <a:solidFill>
                  <a:srgbClr val="FFFFFF"/>
                </a:solidFill>
                <a:latin typeface="Calibri (MS) Bold"/>
                <a:ea typeface="Calibri (MS) Bold"/>
                <a:cs typeface="Calibri (MS) Bold"/>
                <a:sym typeface="Calibri (MS) Bold"/>
              </a:rPr>
              <a:t>alues </a:t>
            </a:r>
            <a:r>
              <a:rPr lang="en-US" sz="9000" b="1">
                <a:solidFill>
                  <a:srgbClr val="008C95"/>
                </a:solidFill>
                <a:latin typeface="Calibri (MS) Bold"/>
                <a:ea typeface="Calibri (MS) Bold"/>
                <a:cs typeface="Calibri (MS) Bold"/>
                <a:sym typeface="Calibri (MS) Bold"/>
              </a:rPr>
              <a:t>E</a:t>
            </a:r>
            <a:r>
              <a:rPr lang="en-US" sz="9000" b="1">
                <a:solidFill>
                  <a:srgbClr val="FFFFFF"/>
                </a:solidFill>
                <a:latin typeface="Calibri (MS) Bold"/>
                <a:ea typeface="Calibri (MS) Bold"/>
                <a:cs typeface="Calibri (MS) Bold"/>
                <a:sym typeface="Calibri (MS) Bold"/>
              </a:rPr>
              <a:t>veryday</a:t>
            </a:r>
          </a:p>
        </p:txBody>
      </p:sp>
      <p:sp>
        <p:nvSpPr>
          <p:cNvPr id="8" name="TextBox 8"/>
          <p:cNvSpPr txBox="1"/>
          <p:nvPr/>
        </p:nvSpPr>
        <p:spPr>
          <a:xfrm>
            <a:off x="1503009" y="5626117"/>
            <a:ext cx="3949701" cy="3836656"/>
          </a:xfrm>
          <a:prstGeom prst="rect">
            <a:avLst/>
          </a:prstGeom>
        </p:spPr>
        <p:txBody>
          <a:bodyPr lIns="0" tIns="0" rIns="0" bIns="0" rtlCol="0" anchor="t">
            <a:spAutoFit/>
          </a:bodyPr>
          <a:lstStyle/>
          <a:p>
            <a:pPr algn="ctr">
              <a:lnSpc>
                <a:spcPts val="18489"/>
              </a:lnSpc>
            </a:pPr>
            <a:r>
              <a:rPr lang="he-IL" sz="14399">
                <a:solidFill>
                  <a:srgbClr val="FFFFFF"/>
                </a:solidFill>
                <a:latin typeface="Times New Roman MT"/>
                <a:ea typeface="Times New Roman MT"/>
                <a:cs typeface="Times New Roman MT"/>
                <a:sym typeface="Times New Roman MT"/>
                <a:rtl/>
              </a:rPr>
              <a:t>כָּבוֹד</a:t>
            </a:r>
          </a:p>
          <a:p>
            <a:pPr algn="ctr">
              <a:lnSpc>
                <a:spcPts val="9629"/>
              </a:lnSpc>
            </a:pPr>
            <a:r>
              <a:rPr lang="en-US" sz="7499">
                <a:solidFill>
                  <a:srgbClr val="008C95"/>
                </a:solidFill>
                <a:latin typeface="Pinata Marks Rough Shadow"/>
                <a:ea typeface="Pinata Marks Rough Shadow"/>
                <a:cs typeface="Pinata Marks Rough Shadow"/>
                <a:sym typeface="Pinata Marks Rough Shadow"/>
              </a:rPr>
              <a:t>Respect</a:t>
            </a:r>
          </a:p>
        </p:txBody>
      </p:sp>
      <p:sp>
        <p:nvSpPr>
          <p:cNvPr id="9" name="TextBox 9"/>
          <p:cNvSpPr txBox="1"/>
          <p:nvPr/>
        </p:nvSpPr>
        <p:spPr>
          <a:xfrm>
            <a:off x="11683603" y="2090724"/>
            <a:ext cx="5350392" cy="3479122"/>
          </a:xfrm>
          <a:prstGeom prst="rect">
            <a:avLst/>
          </a:prstGeom>
        </p:spPr>
        <p:txBody>
          <a:bodyPr lIns="0" tIns="0" rIns="0" bIns="0" rtlCol="0" anchor="t">
            <a:spAutoFit/>
          </a:bodyPr>
          <a:lstStyle/>
          <a:p>
            <a:pPr algn="ctr">
              <a:lnSpc>
                <a:spcPts val="16724"/>
              </a:lnSpc>
            </a:pPr>
            <a:r>
              <a:rPr lang="he-IL" sz="13025">
                <a:solidFill>
                  <a:srgbClr val="FFFFFF"/>
                </a:solidFill>
                <a:latin typeface="Times New Roman MT"/>
                <a:ea typeface="Times New Roman MT"/>
                <a:cs typeface="Times New Roman MT"/>
                <a:sym typeface="Times New Roman MT"/>
                <a:rtl/>
              </a:rPr>
              <a:t>קְהִילָּה</a:t>
            </a:r>
          </a:p>
          <a:p>
            <a:pPr algn="ctr">
              <a:lnSpc>
                <a:spcPts val="8710"/>
              </a:lnSpc>
            </a:pPr>
            <a:r>
              <a:rPr lang="en-US" sz="6784">
                <a:solidFill>
                  <a:srgbClr val="008C95"/>
                </a:solidFill>
                <a:latin typeface="Pinata Marks Rough Shadow"/>
                <a:ea typeface="Pinata Marks Rough Shadow"/>
                <a:cs typeface="Pinata Marks Rough Shadow"/>
                <a:sym typeface="Pinata Marks Rough Shadow"/>
              </a:rPr>
              <a:t>Community</a:t>
            </a:r>
          </a:p>
        </p:txBody>
      </p:sp>
      <p:sp>
        <p:nvSpPr>
          <p:cNvPr id="10" name="TextBox 10"/>
          <p:cNvSpPr txBox="1"/>
          <p:nvPr/>
        </p:nvSpPr>
        <p:spPr>
          <a:xfrm>
            <a:off x="1028700" y="2034454"/>
            <a:ext cx="5510864" cy="3582139"/>
          </a:xfrm>
          <a:prstGeom prst="rect">
            <a:avLst/>
          </a:prstGeom>
        </p:spPr>
        <p:txBody>
          <a:bodyPr lIns="0" tIns="0" rIns="0" bIns="0" rtlCol="0" anchor="t">
            <a:spAutoFit/>
          </a:bodyPr>
          <a:lstStyle/>
          <a:p>
            <a:pPr algn="ctr">
              <a:lnSpc>
                <a:spcPts val="17226"/>
              </a:lnSpc>
            </a:pPr>
            <a:r>
              <a:rPr lang="en-US" sz="13416">
                <a:solidFill>
                  <a:srgbClr val="008C95"/>
                </a:solidFill>
                <a:latin typeface="Times New Roman MT"/>
                <a:ea typeface="Times New Roman MT"/>
                <a:cs typeface="Times New Roman MT"/>
                <a:sym typeface="Times New Roman MT"/>
              </a:rPr>
              <a:t> </a:t>
            </a:r>
            <a:r>
              <a:rPr lang="he-IL" sz="13416">
                <a:solidFill>
                  <a:srgbClr val="008C95"/>
                </a:solidFill>
                <a:latin typeface="Times New Roman MT"/>
                <a:ea typeface="Times New Roman MT"/>
                <a:cs typeface="Times New Roman MT"/>
                <a:sym typeface="Times New Roman MT"/>
                <a:rtl/>
              </a:rPr>
              <a:t>צֶדֶק</a:t>
            </a:r>
          </a:p>
          <a:p>
            <a:pPr algn="ctr">
              <a:lnSpc>
                <a:spcPts val="8972"/>
              </a:lnSpc>
            </a:pPr>
            <a:r>
              <a:rPr lang="en-US" sz="6987">
                <a:solidFill>
                  <a:srgbClr val="FFFFFF"/>
                </a:solidFill>
                <a:latin typeface="Pinata Marks Rough Shadow"/>
                <a:ea typeface="Pinata Marks Rough Shadow"/>
                <a:cs typeface="Pinata Marks Rough Shadow"/>
                <a:sym typeface="Pinata Marks Rough Shadow"/>
              </a:rPr>
              <a:t>Righteousness</a:t>
            </a:r>
          </a:p>
        </p:txBody>
      </p:sp>
      <p:sp>
        <p:nvSpPr>
          <p:cNvPr id="11" name="TextBox 11"/>
          <p:cNvSpPr txBox="1"/>
          <p:nvPr/>
        </p:nvSpPr>
        <p:spPr>
          <a:xfrm>
            <a:off x="6871935" y="5903222"/>
            <a:ext cx="4965700" cy="3836656"/>
          </a:xfrm>
          <a:prstGeom prst="rect">
            <a:avLst/>
          </a:prstGeom>
        </p:spPr>
        <p:txBody>
          <a:bodyPr lIns="0" tIns="0" rIns="0" bIns="0" rtlCol="0" anchor="t">
            <a:spAutoFit/>
          </a:bodyPr>
          <a:lstStyle/>
          <a:p>
            <a:pPr algn="ctr">
              <a:lnSpc>
                <a:spcPts val="18489"/>
              </a:lnSpc>
            </a:pPr>
            <a:r>
              <a:rPr lang="he-IL" sz="14399">
                <a:solidFill>
                  <a:srgbClr val="008C95"/>
                </a:solidFill>
                <a:latin typeface="Times New Roman MT"/>
                <a:ea typeface="Times New Roman MT"/>
                <a:cs typeface="Times New Roman MT"/>
                <a:sym typeface="Times New Roman MT"/>
                <a:rtl/>
              </a:rPr>
              <a:t>חָכְמָה</a:t>
            </a:r>
          </a:p>
          <a:p>
            <a:pPr algn="ctr">
              <a:lnSpc>
                <a:spcPts val="9629"/>
              </a:lnSpc>
            </a:pPr>
            <a:r>
              <a:rPr lang="en-US" sz="7499">
                <a:solidFill>
                  <a:srgbClr val="FFFFFF"/>
                </a:solidFill>
                <a:latin typeface="Pinata Marks Rough Shadow"/>
                <a:ea typeface="Pinata Marks Rough Shadow"/>
                <a:cs typeface="Pinata Marks Rough Shadow"/>
                <a:sym typeface="Pinata Marks Rough Shadow"/>
              </a:rPr>
              <a:t>Wisdom</a:t>
            </a:r>
          </a:p>
        </p:txBody>
      </p:sp>
      <p:sp>
        <p:nvSpPr>
          <p:cNvPr id="12" name="TextBox 12"/>
          <p:cNvSpPr txBox="1"/>
          <p:nvPr/>
        </p:nvSpPr>
        <p:spPr>
          <a:xfrm>
            <a:off x="13256860" y="5626997"/>
            <a:ext cx="3530600" cy="3836656"/>
          </a:xfrm>
          <a:prstGeom prst="rect">
            <a:avLst/>
          </a:prstGeom>
        </p:spPr>
        <p:txBody>
          <a:bodyPr lIns="0" tIns="0" rIns="0" bIns="0" rtlCol="0" anchor="t">
            <a:spAutoFit/>
          </a:bodyPr>
          <a:lstStyle/>
          <a:p>
            <a:pPr algn="ctr">
              <a:lnSpc>
                <a:spcPts val="18489"/>
              </a:lnSpc>
            </a:pPr>
            <a:r>
              <a:rPr lang="he-IL" sz="14399">
                <a:solidFill>
                  <a:srgbClr val="FFFFFF"/>
                </a:solidFill>
                <a:latin typeface="Times New Roman MT"/>
                <a:ea typeface="Times New Roman MT"/>
                <a:cs typeface="Times New Roman MT"/>
                <a:sym typeface="Times New Roman MT"/>
                <a:rtl/>
              </a:rPr>
              <a:t>רוּחַ</a:t>
            </a:r>
          </a:p>
          <a:p>
            <a:pPr algn="ctr">
              <a:lnSpc>
                <a:spcPts val="9629"/>
              </a:lnSpc>
            </a:pPr>
            <a:r>
              <a:rPr lang="en-US" sz="7499">
                <a:solidFill>
                  <a:srgbClr val="008C95"/>
                </a:solidFill>
                <a:latin typeface="Pinata Marks Rough Shadow"/>
                <a:ea typeface="Pinata Marks Rough Shadow"/>
                <a:cs typeface="Pinata Marks Rough Shadow"/>
                <a:sym typeface="Pinata Marks Rough Shadow"/>
              </a:rPr>
              <a:t>Spirit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sp>
        <p:nvSpPr>
          <p:cNvPr id="3" name="Freeform 3"/>
          <p:cNvSpPr/>
          <p:nvPr/>
        </p:nvSpPr>
        <p:spPr>
          <a:xfrm>
            <a:off x="-317" y="-372"/>
            <a:ext cx="18288317" cy="685800"/>
          </a:xfrm>
          <a:custGeom>
            <a:avLst/>
            <a:gdLst/>
            <a:ahLst/>
            <a:cxnLst/>
            <a:rect l="l" t="t" r="r" b="b"/>
            <a:pathLst>
              <a:path w="17267785" h="650240">
                <a:moveTo>
                  <a:pt x="0" y="0"/>
                </a:moveTo>
                <a:lnTo>
                  <a:pt x="17267785" y="0"/>
                </a:lnTo>
                <a:lnTo>
                  <a:pt x="17267785" y="650240"/>
                </a:lnTo>
                <a:lnTo>
                  <a:pt x="0" y="650240"/>
                </a:lnTo>
                <a:close/>
              </a:path>
            </a:pathLst>
          </a:custGeom>
          <a:solidFill>
            <a:srgbClr val="008C95"/>
          </a:solidFill>
        </p:spPr>
        <p:txBody>
          <a:bodyPr/>
          <a:lstStyle/>
          <a:p>
            <a:endParaRPr lang="en-US"/>
          </a:p>
        </p:txBody>
      </p:sp>
      <p:sp>
        <p:nvSpPr>
          <p:cNvPr id="4" name="TextBox 4"/>
          <p:cNvSpPr txBox="1"/>
          <p:nvPr/>
        </p:nvSpPr>
        <p:spPr>
          <a:xfrm>
            <a:off x="3946804" y="4930946"/>
            <a:ext cx="10394392" cy="2764840"/>
          </a:xfrm>
          <a:prstGeom prst="rect">
            <a:avLst/>
          </a:prstGeom>
        </p:spPr>
        <p:txBody>
          <a:bodyPr lIns="0" tIns="0" rIns="0" bIns="0" rtlCol="0" anchor="t">
            <a:spAutoFit/>
          </a:bodyPr>
          <a:lstStyle/>
          <a:p>
            <a:pPr algn="ctr">
              <a:lnSpc>
                <a:spcPts val="7208"/>
              </a:lnSpc>
            </a:pPr>
            <a:r>
              <a:rPr lang="en-US" sz="6007">
                <a:solidFill>
                  <a:srgbClr val="F7CB57"/>
                </a:solidFill>
                <a:latin typeface="Helvetica"/>
                <a:ea typeface="Helvetica"/>
                <a:cs typeface="Helvetica"/>
                <a:sym typeface="Helvetica"/>
              </a:rPr>
              <a:t>Ozi v’zimrat yah, </a:t>
            </a:r>
          </a:p>
          <a:p>
            <a:pPr algn="ctr">
              <a:lnSpc>
                <a:spcPts val="7208"/>
              </a:lnSpc>
            </a:pPr>
            <a:r>
              <a:rPr lang="en-US" sz="6007">
                <a:solidFill>
                  <a:srgbClr val="F7CB57"/>
                </a:solidFill>
                <a:latin typeface="Helvetica"/>
                <a:ea typeface="Helvetica"/>
                <a:cs typeface="Helvetica"/>
                <a:sym typeface="Helvetica"/>
              </a:rPr>
              <a:t>vayehi li vayehi li </a:t>
            </a:r>
          </a:p>
          <a:p>
            <a:pPr algn="ctr">
              <a:lnSpc>
                <a:spcPts val="7208"/>
              </a:lnSpc>
            </a:pPr>
            <a:r>
              <a:rPr lang="en-US" sz="6007">
                <a:solidFill>
                  <a:srgbClr val="F7CB57"/>
                </a:solidFill>
                <a:latin typeface="Helvetica"/>
                <a:ea typeface="Helvetica"/>
                <a:cs typeface="Helvetica"/>
                <a:sym typeface="Helvetica"/>
              </a:rPr>
              <a:t>lishua, lishua, lishua </a:t>
            </a:r>
          </a:p>
        </p:txBody>
      </p:sp>
      <p:grpSp>
        <p:nvGrpSpPr>
          <p:cNvPr id="5" name="Group 5"/>
          <p:cNvGrpSpPr>
            <a:grpSpLocks noChangeAspect="1"/>
          </p:cNvGrpSpPr>
          <p:nvPr/>
        </p:nvGrpSpPr>
        <p:grpSpPr>
          <a:xfrm>
            <a:off x="1768688" y="5368310"/>
            <a:ext cx="1228272" cy="2060096"/>
            <a:chOff x="0" y="0"/>
            <a:chExt cx="1164584" cy="1953276"/>
          </a:xfrm>
        </p:grpSpPr>
        <p:sp>
          <p:nvSpPr>
            <p:cNvPr id="6" name="Freeform 6"/>
            <p:cNvSpPr/>
            <p:nvPr/>
          </p:nvSpPr>
          <p:spPr>
            <a:xfrm>
              <a:off x="0" y="0"/>
              <a:ext cx="1164590" cy="1953260"/>
            </a:xfrm>
            <a:custGeom>
              <a:avLst/>
              <a:gdLst/>
              <a:ahLst/>
              <a:cxnLst/>
              <a:rect l="l" t="t" r="r" b="b"/>
              <a:pathLst>
                <a:path w="1164590" h="1953260">
                  <a:moveTo>
                    <a:pt x="0" y="0"/>
                  </a:moveTo>
                  <a:lnTo>
                    <a:pt x="1164590" y="0"/>
                  </a:lnTo>
                  <a:lnTo>
                    <a:pt x="1164590" y="1953260"/>
                  </a:lnTo>
                  <a:lnTo>
                    <a:pt x="0" y="1953260"/>
                  </a:lnTo>
                  <a:lnTo>
                    <a:pt x="0" y="0"/>
                  </a:lnTo>
                  <a:close/>
                </a:path>
              </a:pathLst>
            </a:custGeom>
            <a:blipFill>
              <a:blip r:embed="rId2"/>
              <a:stretch>
                <a:fillRect t="-985" b="-986"/>
              </a:stretch>
            </a:blipFill>
          </p:spPr>
          <p:txBody>
            <a:bodyPr/>
            <a:lstStyle/>
            <a:p>
              <a:endParaRPr lang="en-US"/>
            </a:p>
          </p:txBody>
        </p:sp>
      </p:grpSp>
      <p:grpSp>
        <p:nvGrpSpPr>
          <p:cNvPr id="7" name="Group 7"/>
          <p:cNvGrpSpPr>
            <a:grpSpLocks noChangeAspect="1"/>
          </p:cNvGrpSpPr>
          <p:nvPr/>
        </p:nvGrpSpPr>
        <p:grpSpPr>
          <a:xfrm>
            <a:off x="16028876" y="5368310"/>
            <a:ext cx="984058" cy="1928212"/>
            <a:chOff x="0" y="0"/>
            <a:chExt cx="933033" cy="1828231"/>
          </a:xfrm>
        </p:grpSpPr>
        <p:sp>
          <p:nvSpPr>
            <p:cNvPr id="8" name="Freeform 8"/>
            <p:cNvSpPr/>
            <p:nvPr/>
          </p:nvSpPr>
          <p:spPr>
            <a:xfrm>
              <a:off x="0" y="0"/>
              <a:ext cx="933069" cy="1828292"/>
            </a:xfrm>
            <a:custGeom>
              <a:avLst/>
              <a:gdLst/>
              <a:ahLst/>
              <a:cxnLst/>
              <a:rect l="l" t="t" r="r" b="b"/>
              <a:pathLst>
                <a:path w="933069" h="1828292">
                  <a:moveTo>
                    <a:pt x="0" y="0"/>
                  </a:moveTo>
                  <a:lnTo>
                    <a:pt x="933069" y="0"/>
                  </a:lnTo>
                  <a:lnTo>
                    <a:pt x="933069" y="1828292"/>
                  </a:lnTo>
                  <a:lnTo>
                    <a:pt x="0" y="1828292"/>
                  </a:lnTo>
                  <a:lnTo>
                    <a:pt x="0" y="0"/>
                  </a:lnTo>
                  <a:close/>
                </a:path>
              </a:pathLst>
            </a:custGeom>
            <a:blipFill>
              <a:blip r:embed="rId3"/>
              <a:stretch>
                <a:fillRect t="-1509" r="3" b="-1506"/>
              </a:stretch>
            </a:blipFill>
          </p:spPr>
          <p:txBody>
            <a:bodyPr/>
            <a:lstStyle/>
            <a:p>
              <a:endParaRPr lang="en-US"/>
            </a:p>
          </p:txBody>
        </p:sp>
      </p:grpSp>
      <p:sp>
        <p:nvSpPr>
          <p:cNvPr id="9" name="TextBox 9"/>
          <p:cNvSpPr txBox="1"/>
          <p:nvPr/>
        </p:nvSpPr>
        <p:spPr>
          <a:xfrm>
            <a:off x="2770063" y="2064222"/>
            <a:ext cx="12747873" cy="1343025"/>
          </a:xfrm>
          <a:prstGeom prst="rect">
            <a:avLst/>
          </a:prstGeom>
        </p:spPr>
        <p:txBody>
          <a:bodyPr lIns="0" tIns="0" rIns="0" bIns="0" rtlCol="0" anchor="t">
            <a:spAutoFit/>
          </a:bodyPr>
          <a:lstStyle/>
          <a:p>
            <a:pPr algn="ctr" rtl="1">
              <a:lnSpc>
                <a:spcPts val="10559"/>
              </a:lnSpc>
              <a:spcBef>
                <a:spcPct val="0"/>
              </a:spcBef>
            </a:pPr>
            <a:r>
              <a:rPr lang="he-IL" sz="8799">
                <a:solidFill>
                  <a:srgbClr val="F7CB57"/>
                </a:solidFill>
                <a:latin typeface="David Libre"/>
                <a:ea typeface="David Libre"/>
                <a:cs typeface="David Libre"/>
                <a:sym typeface="David Libre"/>
                <a:rtl/>
              </a:rPr>
              <a:t>עׇזִּי וְזִמְרָת יָהּ וַיְהִי־לִי לִישׁוּעָה</a:t>
            </a:r>
          </a:p>
        </p:txBody>
      </p:sp>
      <p:sp>
        <p:nvSpPr>
          <p:cNvPr id="10" name="TextBox 10"/>
          <p:cNvSpPr txBox="1"/>
          <p:nvPr/>
        </p:nvSpPr>
        <p:spPr>
          <a:xfrm>
            <a:off x="267999" y="155050"/>
            <a:ext cx="6093401" cy="438150"/>
          </a:xfrm>
          <a:prstGeom prst="rect">
            <a:avLst/>
          </a:prstGeom>
        </p:spPr>
        <p:txBody>
          <a:bodyPr lIns="0" tIns="0" rIns="0" bIns="0" rtlCol="0" anchor="t">
            <a:spAutoFit/>
          </a:bodyPr>
          <a:lstStyle/>
          <a:p>
            <a:pPr algn="l">
              <a:lnSpc>
                <a:spcPts val="3240"/>
              </a:lnSpc>
            </a:pPr>
            <a:r>
              <a:rPr lang="en-US" sz="2700">
                <a:solidFill>
                  <a:srgbClr val="F7CB57"/>
                </a:solidFill>
                <a:latin typeface="Helvetica"/>
                <a:ea typeface="Helvetica"/>
                <a:cs typeface="Helvetica"/>
                <a:sym typeface="Helvetica"/>
              </a:rPr>
              <a:t>Ozi V’zimrat Yah</a:t>
            </a:r>
          </a:p>
        </p:txBody>
      </p:sp>
      <p:sp>
        <p:nvSpPr>
          <p:cNvPr id="11" name="TextBox 11"/>
          <p:cNvSpPr txBox="1"/>
          <p:nvPr/>
        </p:nvSpPr>
        <p:spPr>
          <a:xfrm>
            <a:off x="15745484" y="90160"/>
            <a:ext cx="2534901" cy="495300"/>
          </a:xfrm>
          <a:prstGeom prst="rect">
            <a:avLst/>
          </a:prstGeom>
        </p:spPr>
        <p:txBody>
          <a:bodyPr lIns="0" tIns="0" rIns="0" bIns="0" rtlCol="0" anchor="t">
            <a:spAutoFit/>
          </a:bodyPr>
          <a:lstStyle/>
          <a:p>
            <a:pPr algn="ctr" rtl="1">
              <a:lnSpc>
                <a:spcPts val="3840"/>
              </a:lnSpc>
              <a:spcBef>
                <a:spcPct val="0"/>
              </a:spcBef>
            </a:pPr>
            <a:r>
              <a:rPr lang="he-IL" sz="3200">
                <a:solidFill>
                  <a:srgbClr val="F7CB57"/>
                </a:solidFill>
                <a:latin typeface="David Libre"/>
                <a:ea typeface="David Libre"/>
                <a:cs typeface="David Libre"/>
                <a:sym typeface="David Libre"/>
                <a:rtl/>
              </a:rPr>
              <a:t>עׇזִּי וְזִמְרָת יָהּ</a:t>
            </a:r>
          </a:p>
        </p:txBody>
      </p:sp>
      <p:sp>
        <p:nvSpPr>
          <p:cNvPr id="12" name="TextBox 12"/>
          <p:cNvSpPr txBox="1"/>
          <p:nvPr/>
        </p:nvSpPr>
        <p:spPr>
          <a:xfrm>
            <a:off x="3314700" y="9019761"/>
            <a:ext cx="11297991" cy="571469"/>
          </a:xfrm>
          <a:prstGeom prst="rect">
            <a:avLst/>
          </a:prstGeom>
        </p:spPr>
        <p:txBody>
          <a:bodyPr lIns="0" tIns="0" rIns="0" bIns="0" rtlCol="0" anchor="t">
            <a:spAutoFit/>
          </a:bodyPr>
          <a:lstStyle/>
          <a:p>
            <a:pPr algn="ctr">
              <a:lnSpc>
                <a:spcPts val="4300"/>
              </a:lnSpc>
              <a:spcBef>
                <a:spcPct val="0"/>
              </a:spcBef>
            </a:pPr>
            <a:r>
              <a:rPr lang="en-US" sz="3583">
                <a:solidFill>
                  <a:srgbClr val="F7CB57"/>
                </a:solidFill>
                <a:latin typeface="Helvetica"/>
                <a:ea typeface="Helvetica"/>
                <a:cs typeface="Helvetica"/>
                <a:sym typeface="Helvetica"/>
              </a:rPr>
              <a:t>My strength and the song of God will be my salvation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1200325" y="-21431"/>
            <a:ext cx="15884285" cy="600969"/>
            <a:chOff x="0" y="0"/>
            <a:chExt cx="13009317" cy="492197"/>
          </a:xfrm>
        </p:grpSpPr>
        <p:sp>
          <p:nvSpPr>
            <p:cNvPr id="3" name="Freeform 3"/>
            <p:cNvSpPr/>
            <p:nvPr/>
          </p:nvSpPr>
          <p:spPr>
            <a:xfrm>
              <a:off x="2286" y="2286"/>
              <a:ext cx="13004801" cy="487680"/>
            </a:xfrm>
            <a:custGeom>
              <a:avLst/>
              <a:gdLst/>
              <a:ahLst/>
              <a:cxnLst/>
              <a:rect l="l" t="t" r="r" b="b"/>
              <a:pathLst>
                <a:path w="13004801" h="487680">
                  <a:moveTo>
                    <a:pt x="0" y="0"/>
                  </a:moveTo>
                  <a:lnTo>
                    <a:pt x="13004801" y="0"/>
                  </a:lnTo>
                  <a:lnTo>
                    <a:pt x="13004801" y="487680"/>
                  </a:lnTo>
                  <a:lnTo>
                    <a:pt x="0" y="487680"/>
                  </a:lnTo>
                  <a:close/>
                </a:path>
              </a:pathLst>
            </a:custGeom>
            <a:solidFill>
              <a:srgbClr val="12857F"/>
            </a:solidFill>
          </p:spPr>
          <p:txBody>
            <a:bodyPr/>
            <a:lstStyle/>
            <a:p>
              <a:endParaRPr lang="en-US"/>
            </a:p>
          </p:txBody>
        </p:sp>
      </p:grpSp>
      <p:sp>
        <p:nvSpPr>
          <p:cNvPr id="7" name="Freeform 7"/>
          <p:cNvSpPr/>
          <p:nvPr/>
        </p:nvSpPr>
        <p:spPr>
          <a:xfrm>
            <a:off x="3214" y="-18640"/>
            <a:ext cx="18281651" cy="595454"/>
          </a:xfrm>
          <a:custGeom>
            <a:avLst/>
            <a:gdLst/>
            <a:ahLst/>
            <a:cxnLst/>
            <a:rect l="l" t="t" r="r" b="b"/>
            <a:pathLst>
              <a:path w="14972773" h="487680">
                <a:moveTo>
                  <a:pt x="0" y="0"/>
                </a:moveTo>
                <a:lnTo>
                  <a:pt x="14972773" y="0"/>
                </a:lnTo>
                <a:lnTo>
                  <a:pt x="14972773" y="487680"/>
                </a:lnTo>
                <a:lnTo>
                  <a:pt x="0" y="487680"/>
                </a:lnTo>
                <a:close/>
              </a:path>
            </a:pathLst>
          </a:custGeom>
          <a:solidFill>
            <a:srgbClr val="008C95"/>
          </a:solidFill>
        </p:spPr>
        <p:txBody>
          <a:bodyPr/>
          <a:lstStyle/>
          <a:p>
            <a:endParaRPr lang="en-US"/>
          </a:p>
        </p:txBody>
      </p:sp>
      <p:sp>
        <p:nvSpPr>
          <p:cNvPr id="10" name="TextBox 10"/>
          <p:cNvSpPr txBox="1"/>
          <p:nvPr/>
        </p:nvSpPr>
        <p:spPr>
          <a:xfrm>
            <a:off x="576189" y="913653"/>
            <a:ext cx="8108247" cy="3756661"/>
          </a:xfrm>
          <a:prstGeom prst="rect">
            <a:avLst/>
          </a:prstGeom>
        </p:spPr>
        <p:txBody>
          <a:bodyPr lIns="0" tIns="0" rIns="0" bIns="0" rtlCol="0" anchor="t">
            <a:spAutoFit/>
          </a:bodyPr>
          <a:lstStyle/>
          <a:p>
            <a:pPr algn="l">
              <a:lnSpc>
                <a:spcPts val="7559"/>
              </a:lnSpc>
            </a:pPr>
            <a:r>
              <a:rPr lang="en-US" sz="4199" i="1">
                <a:solidFill>
                  <a:srgbClr val="F3D048"/>
                </a:solidFill>
                <a:latin typeface="Helvetica Italics"/>
                <a:ea typeface="Helvetica Italics"/>
                <a:cs typeface="Helvetica Italics"/>
                <a:sym typeface="Helvetica Italics"/>
              </a:rPr>
              <a:t>Modah ani l’fanecha, </a:t>
            </a:r>
          </a:p>
          <a:p>
            <a:pPr algn="l">
              <a:lnSpc>
                <a:spcPts val="7559"/>
              </a:lnSpc>
            </a:pPr>
            <a:r>
              <a:rPr lang="en-US" sz="4199" i="1">
                <a:solidFill>
                  <a:srgbClr val="F3D048"/>
                </a:solidFill>
                <a:latin typeface="Helvetica Italics"/>
                <a:ea typeface="Helvetica Italics"/>
                <a:cs typeface="Helvetica Italics"/>
                <a:sym typeface="Helvetica Italics"/>
              </a:rPr>
              <a:t>Melech chai v’kayam, </a:t>
            </a:r>
          </a:p>
          <a:p>
            <a:pPr algn="l">
              <a:lnSpc>
                <a:spcPts val="7559"/>
              </a:lnSpc>
            </a:pPr>
            <a:r>
              <a:rPr lang="en-US" sz="4199" i="1">
                <a:solidFill>
                  <a:srgbClr val="F3D048"/>
                </a:solidFill>
                <a:latin typeface="Helvetica Italics"/>
                <a:ea typeface="Helvetica Italics"/>
                <a:cs typeface="Helvetica Italics"/>
                <a:sym typeface="Helvetica Italics"/>
              </a:rPr>
              <a:t>she-hechezarta bi nishmati b’chemlah, rabbah emunatecha.</a:t>
            </a:r>
          </a:p>
        </p:txBody>
      </p:sp>
      <p:sp>
        <p:nvSpPr>
          <p:cNvPr id="11" name="TextBox 11"/>
          <p:cNvSpPr txBox="1"/>
          <p:nvPr/>
        </p:nvSpPr>
        <p:spPr>
          <a:xfrm>
            <a:off x="10806727" y="917464"/>
            <a:ext cx="6898931" cy="3781425"/>
          </a:xfrm>
          <a:prstGeom prst="rect">
            <a:avLst/>
          </a:prstGeom>
        </p:spPr>
        <p:txBody>
          <a:bodyPr lIns="0" tIns="0" rIns="0" bIns="0" rtlCol="0" anchor="t">
            <a:spAutoFit/>
          </a:bodyPr>
          <a:lstStyle/>
          <a:p>
            <a:pPr algn="r" rtl="1">
              <a:lnSpc>
                <a:spcPts val="7500"/>
              </a:lnSpc>
            </a:pPr>
            <a:r>
              <a:rPr lang="he-IL" sz="5000" dirty="0">
                <a:solidFill>
                  <a:srgbClr val="F3D048"/>
                </a:solidFill>
                <a:latin typeface="David Libre"/>
                <a:ea typeface="David Libre"/>
                <a:cs typeface="David Libre"/>
                <a:sym typeface="David Libre"/>
                <a:rtl/>
              </a:rPr>
              <a:t>מוֹדֶה אֲנִי לְפָנֶֽיךָ,</a:t>
            </a:r>
          </a:p>
          <a:p>
            <a:pPr algn="r" rtl="1">
              <a:lnSpc>
                <a:spcPts val="7500"/>
              </a:lnSpc>
            </a:pPr>
            <a:r>
              <a:rPr lang="he-IL" sz="5000" dirty="0">
                <a:solidFill>
                  <a:srgbClr val="F3D048"/>
                </a:solidFill>
                <a:latin typeface="David Libre"/>
                <a:ea typeface="David Libre"/>
                <a:cs typeface="David Libre"/>
                <a:sym typeface="David Libre"/>
                <a:rtl/>
              </a:rPr>
              <a:t> מֶֽלֶךְ חַי וְקַיָּם,</a:t>
            </a:r>
          </a:p>
          <a:p>
            <a:pPr algn="r" rtl="1">
              <a:lnSpc>
                <a:spcPts val="7500"/>
              </a:lnSpc>
            </a:pPr>
            <a:r>
              <a:rPr lang="he-IL" sz="5000" dirty="0">
                <a:solidFill>
                  <a:srgbClr val="F3D048"/>
                </a:solidFill>
                <a:latin typeface="David Libre"/>
                <a:ea typeface="David Libre"/>
                <a:cs typeface="David Libre"/>
                <a:sym typeface="David Libre"/>
                <a:rtl/>
              </a:rPr>
              <a:t>שֶׁהֶחֱזַֽרְתָּ בִּי נִשְׁמָתִי </a:t>
            </a:r>
          </a:p>
          <a:p>
            <a:pPr algn="r" rtl="1">
              <a:lnSpc>
                <a:spcPts val="7500"/>
              </a:lnSpc>
            </a:pPr>
            <a:r>
              <a:rPr lang="he-IL" sz="5000" dirty="0">
                <a:solidFill>
                  <a:srgbClr val="F3D048"/>
                </a:solidFill>
                <a:latin typeface="David Libre"/>
                <a:ea typeface="David Libre"/>
                <a:cs typeface="David Libre"/>
                <a:sym typeface="David Libre"/>
                <a:rtl/>
              </a:rPr>
              <a:t>בְּחֶמְלָה רַבָּה אֱמוּנָתֶֽךָ.</a:t>
            </a:r>
          </a:p>
        </p:txBody>
      </p:sp>
      <p:grpSp>
        <p:nvGrpSpPr>
          <p:cNvPr id="12" name="Group 12"/>
          <p:cNvGrpSpPr/>
          <p:nvPr/>
        </p:nvGrpSpPr>
        <p:grpSpPr>
          <a:xfrm>
            <a:off x="390140" y="7275054"/>
            <a:ext cx="7973941" cy="2314916"/>
            <a:chOff x="0" y="0"/>
            <a:chExt cx="6598292" cy="1915551"/>
          </a:xfrm>
        </p:grpSpPr>
        <p:sp>
          <p:nvSpPr>
            <p:cNvPr id="13" name="Freeform 13"/>
            <p:cNvSpPr/>
            <p:nvPr/>
          </p:nvSpPr>
          <p:spPr>
            <a:xfrm>
              <a:off x="0" y="0"/>
              <a:ext cx="6598292" cy="1915551"/>
            </a:xfrm>
            <a:custGeom>
              <a:avLst/>
              <a:gdLst/>
              <a:ahLst/>
              <a:cxnLst/>
              <a:rect l="l" t="t" r="r" b="b"/>
              <a:pathLst>
                <a:path w="6598292" h="1915551">
                  <a:moveTo>
                    <a:pt x="0" y="0"/>
                  </a:moveTo>
                  <a:lnTo>
                    <a:pt x="6598292" y="0"/>
                  </a:lnTo>
                  <a:lnTo>
                    <a:pt x="6598292" y="1915551"/>
                  </a:lnTo>
                  <a:lnTo>
                    <a:pt x="0" y="1915551"/>
                  </a:lnTo>
                  <a:close/>
                </a:path>
              </a:pathLst>
            </a:custGeom>
          </p:spPr>
          <p:txBody>
            <a:bodyPr/>
            <a:lstStyle/>
            <a:p>
              <a:endParaRPr lang="en-US"/>
            </a:p>
          </p:txBody>
        </p:sp>
        <p:sp>
          <p:nvSpPr>
            <p:cNvPr id="14" name="TextBox 14"/>
            <p:cNvSpPr txBox="1"/>
            <p:nvPr/>
          </p:nvSpPr>
          <p:spPr>
            <a:xfrm>
              <a:off x="0" y="-19050"/>
              <a:ext cx="6598292" cy="1934601"/>
            </a:xfrm>
            <a:prstGeom prst="rect">
              <a:avLst/>
            </a:prstGeom>
          </p:spPr>
          <p:txBody>
            <a:bodyPr lIns="0" tIns="0" rIns="0" bIns="0" rtlCol="0" anchor="ctr"/>
            <a:lstStyle/>
            <a:p>
              <a:pPr algn="l">
                <a:lnSpc>
                  <a:spcPts val="4394"/>
                </a:lnSpc>
              </a:pPr>
              <a:r>
                <a:rPr lang="en-US" sz="3662" dirty="0">
                  <a:solidFill>
                    <a:srgbClr val="F3D048"/>
                  </a:solidFill>
                  <a:latin typeface="Helvetica"/>
                  <a:ea typeface="Helvetica"/>
                  <a:cs typeface="Helvetica"/>
                  <a:sym typeface="Helvetica"/>
                </a:rPr>
                <a:t>I offer thanks to You, </a:t>
              </a:r>
            </a:p>
            <a:p>
              <a:pPr algn="l">
                <a:lnSpc>
                  <a:spcPts val="4394"/>
                </a:lnSpc>
              </a:pPr>
              <a:r>
                <a:rPr lang="en-US" sz="3662" dirty="0">
                  <a:solidFill>
                    <a:srgbClr val="F3D048"/>
                  </a:solidFill>
                  <a:latin typeface="Helvetica"/>
                  <a:ea typeface="Helvetica"/>
                  <a:cs typeface="Helvetica"/>
                  <a:sym typeface="Helvetica"/>
                </a:rPr>
                <a:t>ever-living Sovereign, </a:t>
              </a:r>
            </a:p>
            <a:p>
              <a:pPr algn="l">
                <a:lnSpc>
                  <a:spcPts val="4394"/>
                </a:lnSpc>
              </a:pPr>
              <a:r>
                <a:rPr lang="en-US" sz="3662" dirty="0">
                  <a:solidFill>
                    <a:srgbClr val="F3D048"/>
                  </a:solidFill>
                  <a:latin typeface="Helvetica"/>
                  <a:ea typeface="Helvetica"/>
                  <a:cs typeface="Helvetica"/>
                  <a:sym typeface="Helvetica"/>
                </a:rPr>
                <a:t>that You have restored my soul to me. How great is Your trust.</a:t>
              </a:r>
            </a:p>
          </p:txBody>
        </p:sp>
      </p:grpSp>
      <p:grpSp>
        <p:nvGrpSpPr>
          <p:cNvPr id="15" name="Group 15"/>
          <p:cNvGrpSpPr/>
          <p:nvPr/>
        </p:nvGrpSpPr>
        <p:grpSpPr>
          <a:xfrm>
            <a:off x="139774" y="70828"/>
            <a:ext cx="6027701" cy="467412"/>
            <a:chOff x="0" y="0"/>
            <a:chExt cx="4936720" cy="382813"/>
          </a:xfrm>
        </p:grpSpPr>
        <p:sp>
          <p:nvSpPr>
            <p:cNvPr id="16" name="Freeform 16"/>
            <p:cNvSpPr/>
            <p:nvPr/>
          </p:nvSpPr>
          <p:spPr>
            <a:xfrm>
              <a:off x="0" y="0"/>
              <a:ext cx="4936720" cy="382813"/>
            </a:xfrm>
            <a:custGeom>
              <a:avLst/>
              <a:gdLst/>
              <a:ahLst/>
              <a:cxnLst/>
              <a:rect l="l" t="t" r="r" b="b"/>
              <a:pathLst>
                <a:path w="4936720" h="382813">
                  <a:moveTo>
                    <a:pt x="0" y="0"/>
                  </a:moveTo>
                  <a:lnTo>
                    <a:pt x="4936720" y="0"/>
                  </a:lnTo>
                  <a:lnTo>
                    <a:pt x="4936720" y="382813"/>
                  </a:lnTo>
                  <a:lnTo>
                    <a:pt x="0" y="382813"/>
                  </a:lnTo>
                  <a:close/>
                </a:path>
              </a:pathLst>
            </a:custGeom>
          </p:spPr>
          <p:txBody>
            <a:bodyPr/>
            <a:lstStyle/>
            <a:p>
              <a:endParaRPr lang="en-US"/>
            </a:p>
          </p:txBody>
        </p:sp>
        <p:sp>
          <p:nvSpPr>
            <p:cNvPr id="17" name="TextBox 17"/>
            <p:cNvSpPr txBox="1"/>
            <p:nvPr/>
          </p:nvSpPr>
          <p:spPr>
            <a:xfrm>
              <a:off x="0" y="-9525"/>
              <a:ext cx="4936720" cy="392338"/>
            </a:xfrm>
            <a:prstGeom prst="rect">
              <a:avLst/>
            </a:prstGeom>
          </p:spPr>
          <p:txBody>
            <a:bodyPr lIns="0" tIns="0" rIns="0" bIns="0" rtlCol="0" anchor="ctr"/>
            <a:lstStyle/>
            <a:p>
              <a:pPr algn="l">
                <a:lnSpc>
                  <a:spcPts val="2344"/>
                </a:lnSpc>
              </a:pPr>
              <a:r>
                <a:rPr lang="en-US" sz="1953" b="1">
                  <a:solidFill>
                    <a:srgbClr val="F3D048"/>
                  </a:solidFill>
                  <a:latin typeface="Helvetica Bold"/>
                  <a:ea typeface="Helvetica Bold"/>
                  <a:cs typeface="Helvetica Bold"/>
                  <a:sym typeface="Helvetica Bold"/>
                </a:rPr>
                <a:t>MORNING BLESSINGS </a:t>
              </a:r>
              <a:r>
                <a:rPr lang="en-US" sz="1953">
                  <a:solidFill>
                    <a:srgbClr val="F3D048"/>
                  </a:solidFill>
                  <a:latin typeface="Helvetica"/>
                  <a:ea typeface="Helvetica"/>
                  <a:cs typeface="Helvetica"/>
                  <a:sym typeface="Helvetica"/>
                </a:rPr>
                <a:t>| </a:t>
              </a:r>
              <a:r>
                <a:rPr lang="en-US" sz="1953" b="1" i="1">
                  <a:solidFill>
                    <a:srgbClr val="F3D048"/>
                  </a:solidFill>
                  <a:latin typeface="Helvetica Bold Italics"/>
                  <a:ea typeface="Helvetica Bold Italics"/>
                  <a:cs typeface="Helvetica Bold Italics"/>
                  <a:sym typeface="Helvetica Bold Italics"/>
                </a:rPr>
                <a:t>BIRCHOT HASHACHAR</a:t>
              </a:r>
            </a:p>
          </p:txBody>
        </p:sp>
      </p:grpSp>
      <p:grpSp>
        <p:nvGrpSpPr>
          <p:cNvPr id="18" name="Group 18"/>
          <p:cNvGrpSpPr>
            <a:grpSpLocks noChangeAspect="1"/>
          </p:cNvGrpSpPr>
          <p:nvPr/>
        </p:nvGrpSpPr>
        <p:grpSpPr>
          <a:xfrm>
            <a:off x="16112727" y="-5648"/>
            <a:ext cx="2077117" cy="569403"/>
            <a:chOff x="0" y="0"/>
            <a:chExt cx="1701170" cy="466344"/>
          </a:xfrm>
        </p:grpSpPr>
        <p:sp>
          <p:nvSpPr>
            <p:cNvPr id="19" name="Freeform 19"/>
            <p:cNvSpPr/>
            <p:nvPr/>
          </p:nvSpPr>
          <p:spPr>
            <a:xfrm>
              <a:off x="0" y="0"/>
              <a:ext cx="1701165" cy="466344"/>
            </a:xfrm>
            <a:custGeom>
              <a:avLst/>
              <a:gdLst/>
              <a:ahLst/>
              <a:cxnLst/>
              <a:rect l="l" t="t" r="r" b="b"/>
              <a:pathLst>
                <a:path w="1701165" h="466344">
                  <a:moveTo>
                    <a:pt x="0" y="0"/>
                  </a:moveTo>
                  <a:lnTo>
                    <a:pt x="1701165" y="0"/>
                  </a:lnTo>
                  <a:lnTo>
                    <a:pt x="1701165" y="466344"/>
                  </a:lnTo>
                  <a:lnTo>
                    <a:pt x="0" y="466344"/>
                  </a:lnTo>
                  <a:lnTo>
                    <a:pt x="0" y="0"/>
                  </a:lnTo>
                  <a:close/>
                </a:path>
              </a:pathLst>
            </a:custGeom>
            <a:blipFill>
              <a:blip r:embed="rId2"/>
              <a:stretch>
                <a:fillRect/>
              </a:stretch>
            </a:blipFill>
          </p:spPr>
          <p:txBody>
            <a:bodyPr/>
            <a:lstStyle/>
            <a:p>
              <a:endParaRPr lang="en-US"/>
            </a:p>
          </p:txBody>
        </p:sp>
      </p:grpSp>
      <p:grpSp>
        <p:nvGrpSpPr>
          <p:cNvPr id="20" name="Group 20"/>
          <p:cNvGrpSpPr>
            <a:grpSpLocks noChangeAspect="1"/>
          </p:cNvGrpSpPr>
          <p:nvPr/>
        </p:nvGrpSpPr>
        <p:grpSpPr>
          <a:xfrm>
            <a:off x="8829202" y="4776930"/>
            <a:ext cx="5067217" cy="4996248"/>
            <a:chOff x="0" y="0"/>
            <a:chExt cx="4533899" cy="4470400"/>
          </a:xfrm>
        </p:grpSpPr>
        <p:sp>
          <p:nvSpPr>
            <p:cNvPr id="21" name="Freeform 21"/>
            <p:cNvSpPr/>
            <p:nvPr/>
          </p:nvSpPr>
          <p:spPr>
            <a:xfrm>
              <a:off x="0" y="0"/>
              <a:ext cx="4533900" cy="4470400"/>
            </a:xfrm>
            <a:custGeom>
              <a:avLst/>
              <a:gdLst/>
              <a:ahLst/>
              <a:cxnLst/>
              <a:rect l="l" t="t" r="r" b="b"/>
              <a:pathLst>
                <a:path w="4533900" h="4470400">
                  <a:moveTo>
                    <a:pt x="0" y="0"/>
                  </a:moveTo>
                  <a:lnTo>
                    <a:pt x="4533900" y="0"/>
                  </a:lnTo>
                  <a:lnTo>
                    <a:pt x="4533900" y="4470400"/>
                  </a:lnTo>
                  <a:lnTo>
                    <a:pt x="0" y="4470400"/>
                  </a:lnTo>
                  <a:lnTo>
                    <a:pt x="0" y="0"/>
                  </a:lnTo>
                  <a:close/>
                </a:path>
              </a:pathLst>
            </a:custGeom>
            <a:blipFill>
              <a:blip r:embed="rId3"/>
              <a:stretch>
                <a:fillRect/>
              </a:stretch>
            </a:blipFill>
          </p:spPr>
          <p:txBody>
            <a:bodyPr/>
            <a:lstStyle/>
            <a:p>
              <a:endParaRPr lang="en-US"/>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D08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644513" y="295819"/>
            <a:ext cx="16977807" cy="2833654"/>
            <a:chOff x="0" y="0"/>
            <a:chExt cx="11858603" cy="1979241"/>
          </a:xfrm>
        </p:grpSpPr>
        <p:sp>
          <p:nvSpPr>
            <p:cNvPr id="3" name="Freeform 3"/>
            <p:cNvSpPr/>
            <p:nvPr/>
          </p:nvSpPr>
          <p:spPr>
            <a:xfrm>
              <a:off x="0" y="0"/>
              <a:ext cx="11858625" cy="1979295"/>
            </a:xfrm>
            <a:custGeom>
              <a:avLst/>
              <a:gdLst/>
              <a:ahLst/>
              <a:cxnLst/>
              <a:rect l="l" t="t" r="r" b="b"/>
              <a:pathLst>
                <a:path w="11858625" h="1979295">
                  <a:moveTo>
                    <a:pt x="0" y="0"/>
                  </a:moveTo>
                  <a:lnTo>
                    <a:pt x="11858625" y="0"/>
                  </a:lnTo>
                  <a:lnTo>
                    <a:pt x="11858625" y="1979295"/>
                  </a:lnTo>
                  <a:lnTo>
                    <a:pt x="0" y="1979295"/>
                  </a:lnTo>
                  <a:lnTo>
                    <a:pt x="0" y="0"/>
                  </a:lnTo>
                  <a:close/>
                </a:path>
              </a:pathLst>
            </a:custGeom>
            <a:blipFill>
              <a:blip r:embed="rId2"/>
              <a:stretch>
                <a:fillRect l="-95" r="-95" b="2"/>
              </a:stretch>
            </a:blipFill>
          </p:spPr>
          <p:txBody>
            <a:bodyPr/>
            <a:lstStyle/>
            <a:p>
              <a:endParaRPr lang="en-US"/>
            </a:p>
          </p:txBody>
        </p:sp>
      </p:grpSp>
      <p:grpSp>
        <p:nvGrpSpPr>
          <p:cNvPr id="4" name="Group 4"/>
          <p:cNvGrpSpPr>
            <a:grpSpLocks noChangeAspect="1"/>
          </p:cNvGrpSpPr>
          <p:nvPr/>
        </p:nvGrpSpPr>
        <p:grpSpPr>
          <a:xfrm>
            <a:off x="6866563" y="7000858"/>
            <a:ext cx="4533706" cy="2909631"/>
            <a:chOff x="0" y="0"/>
            <a:chExt cx="7516746" cy="4824078"/>
          </a:xfrm>
        </p:grpSpPr>
        <p:sp>
          <p:nvSpPr>
            <p:cNvPr id="5" name="Freeform 5"/>
            <p:cNvSpPr/>
            <p:nvPr/>
          </p:nvSpPr>
          <p:spPr>
            <a:xfrm>
              <a:off x="0" y="0"/>
              <a:ext cx="7516749" cy="4824095"/>
            </a:xfrm>
            <a:custGeom>
              <a:avLst/>
              <a:gdLst/>
              <a:ahLst/>
              <a:cxnLst/>
              <a:rect l="l" t="t" r="r" b="b"/>
              <a:pathLst>
                <a:path w="7516749" h="4824095">
                  <a:moveTo>
                    <a:pt x="0" y="0"/>
                  </a:moveTo>
                  <a:lnTo>
                    <a:pt x="7516749" y="0"/>
                  </a:lnTo>
                  <a:lnTo>
                    <a:pt x="7516749" y="4824095"/>
                  </a:lnTo>
                  <a:lnTo>
                    <a:pt x="0" y="4824095"/>
                  </a:lnTo>
                  <a:lnTo>
                    <a:pt x="0" y="0"/>
                  </a:lnTo>
                  <a:close/>
                </a:path>
              </a:pathLst>
            </a:custGeom>
            <a:blipFill>
              <a:blip r:embed="rId3"/>
              <a:stretch>
                <a:fillRect l="-16" r="-16"/>
              </a:stretch>
            </a:blipFill>
          </p:spPr>
          <p:txBody>
            <a:bodyPr/>
            <a:lstStyle/>
            <a:p>
              <a:endParaRPr lang="en-US"/>
            </a:p>
          </p:txBody>
        </p:sp>
      </p:grpSp>
      <p:sp>
        <p:nvSpPr>
          <p:cNvPr id="6" name="TextBox 6"/>
          <p:cNvSpPr txBox="1"/>
          <p:nvPr/>
        </p:nvSpPr>
        <p:spPr>
          <a:xfrm>
            <a:off x="644513" y="3107650"/>
            <a:ext cx="8144012" cy="3544443"/>
          </a:xfrm>
          <a:prstGeom prst="rect">
            <a:avLst/>
          </a:prstGeom>
        </p:spPr>
        <p:txBody>
          <a:bodyPr lIns="0" tIns="0" rIns="0" bIns="0" rtlCol="0" anchor="t">
            <a:spAutoFit/>
          </a:bodyPr>
          <a:lstStyle/>
          <a:p>
            <a:pPr algn="ctr">
              <a:lnSpc>
                <a:spcPts val="7056"/>
              </a:lnSpc>
            </a:pPr>
            <a:r>
              <a:rPr lang="en-US" sz="4200" i="1">
                <a:solidFill>
                  <a:srgbClr val="000000"/>
                </a:solidFill>
                <a:latin typeface="Helvetica Italics"/>
                <a:ea typeface="Helvetica Italics"/>
                <a:cs typeface="Helvetica Italics"/>
                <a:sym typeface="Helvetica Italics"/>
              </a:rPr>
              <a:t>Sh'ma Yisrael,</a:t>
            </a:r>
          </a:p>
          <a:p>
            <a:pPr algn="ctr">
              <a:lnSpc>
                <a:spcPts val="7056"/>
              </a:lnSpc>
            </a:pPr>
            <a:r>
              <a:rPr lang="en-US" sz="4200" i="1">
                <a:solidFill>
                  <a:srgbClr val="000000"/>
                </a:solidFill>
                <a:latin typeface="Helvetica Italics"/>
                <a:ea typeface="Helvetica Italics"/>
                <a:cs typeface="Helvetica Italics"/>
                <a:sym typeface="Helvetica Italics"/>
              </a:rPr>
              <a:t>Adonai Eloheinu, Adonai Echad!</a:t>
            </a:r>
          </a:p>
          <a:p>
            <a:pPr algn="ctr">
              <a:lnSpc>
                <a:spcPts val="7056"/>
              </a:lnSpc>
            </a:pPr>
            <a:r>
              <a:rPr lang="en-US" sz="4200" i="1">
                <a:solidFill>
                  <a:srgbClr val="000000"/>
                </a:solidFill>
                <a:latin typeface="Helvetica Italics"/>
                <a:ea typeface="Helvetica Italics"/>
                <a:cs typeface="Helvetica Italics"/>
                <a:sym typeface="Helvetica Italics"/>
              </a:rPr>
              <a:t>Baruch shem k'vod malchuto</a:t>
            </a:r>
          </a:p>
          <a:p>
            <a:pPr algn="ctr">
              <a:lnSpc>
                <a:spcPts val="7056"/>
              </a:lnSpc>
            </a:pPr>
            <a:r>
              <a:rPr lang="en-US" sz="4200" i="1">
                <a:solidFill>
                  <a:srgbClr val="000000"/>
                </a:solidFill>
                <a:latin typeface="Helvetica Italics"/>
                <a:ea typeface="Helvetica Italics"/>
                <a:cs typeface="Helvetica Italics"/>
                <a:sym typeface="Helvetica Italics"/>
              </a:rPr>
              <a:t>l'olam va-ed.</a:t>
            </a:r>
          </a:p>
        </p:txBody>
      </p:sp>
      <p:sp>
        <p:nvSpPr>
          <p:cNvPr id="7" name="TextBox 7"/>
          <p:cNvSpPr txBox="1"/>
          <p:nvPr/>
        </p:nvSpPr>
        <p:spPr>
          <a:xfrm>
            <a:off x="9144000" y="3207218"/>
            <a:ext cx="8144012" cy="3460750"/>
          </a:xfrm>
          <a:prstGeom prst="rect">
            <a:avLst/>
          </a:prstGeom>
        </p:spPr>
        <p:txBody>
          <a:bodyPr lIns="0" tIns="0" rIns="0" bIns="0" rtlCol="0" anchor="t">
            <a:spAutoFit/>
          </a:bodyPr>
          <a:lstStyle/>
          <a:p>
            <a:pPr algn="ctr" rtl="1">
              <a:lnSpc>
                <a:spcPts val="6874"/>
              </a:lnSpc>
            </a:pPr>
            <a:r>
              <a:rPr lang="he-IL" sz="5499">
                <a:solidFill>
                  <a:srgbClr val="000000"/>
                </a:solidFill>
                <a:latin typeface="David Libre"/>
                <a:ea typeface="David Libre"/>
                <a:cs typeface="David Libre"/>
                <a:sym typeface="David Libre"/>
                <a:rtl/>
              </a:rPr>
              <a:t>שְׁמַע יִשְׂרָאֵל,</a:t>
            </a:r>
          </a:p>
          <a:p>
            <a:pPr algn="ctr" rtl="1">
              <a:lnSpc>
                <a:spcPts val="6874"/>
              </a:lnSpc>
            </a:pPr>
            <a:r>
              <a:rPr lang="he-IL" sz="5499">
                <a:solidFill>
                  <a:srgbClr val="000000"/>
                </a:solidFill>
                <a:latin typeface="David Libre"/>
                <a:ea typeface="David Libre"/>
                <a:cs typeface="David Libre"/>
                <a:sym typeface="David Libre"/>
                <a:rtl/>
              </a:rPr>
              <a:t> יְהֹוָה אֱלֹהֵֽינוּ, יְהֹוָה אֶחָד!</a:t>
            </a:r>
          </a:p>
          <a:p>
            <a:pPr algn="ctr" rtl="1">
              <a:lnSpc>
                <a:spcPts val="6874"/>
              </a:lnSpc>
            </a:pPr>
            <a:r>
              <a:rPr lang="he-IL" sz="5499">
                <a:solidFill>
                  <a:srgbClr val="000000"/>
                </a:solidFill>
                <a:latin typeface="David Libre"/>
                <a:ea typeface="David Libre"/>
                <a:cs typeface="David Libre"/>
                <a:sym typeface="David Libre"/>
                <a:rtl/>
              </a:rPr>
              <a:t>בָּרוּךְ שֵׁם כְּבוֹד מַלְכוּתוֹ</a:t>
            </a:r>
          </a:p>
          <a:p>
            <a:pPr algn="ctr" rtl="1">
              <a:lnSpc>
                <a:spcPts val="6874"/>
              </a:lnSpc>
            </a:pPr>
            <a:r>
              <a:rPr lang="he-IL" sz="5499">
                <a:solidFill>
                  <a:srgbClr val="000000"/>
                </a:solidFill>
                <a:latin typeface="David Libre"/>
                <a:ea typeface="David Libre"/>
                <a:cs typeface="David Libre"/>
                <a:sym typeface="David Libre"/>
                <a:rtl/>
              </a:rPr>
              <a:t>לְעוֹלָם וָעֶד!</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9FAA"/>
        </a:solidFill>
        <a:effectLst/>
      </p:bgPr>
    </p:bg>
    <p:spTree>
      <p:nvGrpSpPr>
        <p:cNvPr id="1" name=""/>
        <p:cNvGrpSpPr/>
        <p:nvPr/>
      </p:nvGrpSpPr>
      <p:grpSpPr>
        <a:xfrm>
          <a:off x="0" y="0"/>
          <a:ext cx="0" cy="0"/>
          <a:chOff x="0" y="0"/>
          <a:chExt cx="0" cy="0"/>
        </a:xfrm>
      </p:grpSpPr>
      <p:grpSp>
        <p:nvGrpSpPr>
          <p:cNvPr id="2" name="Group 2"/>
          <p:cNvGrpSpPr/>
          <p:nvPr/>
        </p:nvGrpSpPr>
        <p:grpSpPr>
          <a:xfrm>
            <a:off x="0" y="-1096"/>
            <a:ext cx="18288000" cy="523372"/>
            <a:chOff x="0" y="0"/>
            <a:chExt cx="17198647" cy="492197"/>
          </a:xfrm>
        </p:grpSpPr>
        <p:sp>
          <p:nvSpPr>
            <p:cNvPr id="3" name="Freeform 3"/>
            <p:cNvSpPr/>
            <p:nvPr/>
          </p:nvSpPr>
          <p:spPr>
            <a:xfrm>
              <a:off x="3022" y="2286"/>
              <a:ext cx="17192677" cy="487680"/>
            </a:xfrm>
            <a:custGeom>
              <a:avLst/>
              <a:gdLst/>
              <a:ahLst/>
              <a:cxnLst/>
              <a:rect l="l" t="t" r="r" b="b"/>
              <a:pathLst>
                <a:path w="17192677" h="487680">
                  <a:moveTo>
                    <a:pt x="0" y="0"/>
                  </a:moveTo>
                  <a:lnTo>
                    <a:pt x="17192677" y="0"/>
                  </a:lnTo>
                  <a:lnTo>
                    <a:pt x="17192677" y="487680"/>
                  </a:lnTo>
                  <a:lnTo>
                    <a:pt x="0" y="487680"/>
                  </a:lnTo>
                  <a:close/>
                </a:path>
              </a:pathLst>
            </a:custGeom>
            <a:solidFill>
              <a:srgbClr val="4565AB"/>
            </a:solidFill>
          </p:spPr>
          <p:txBody>
            <a:bodyPr/>
            <a:lstStyle/>
            <a:p>
              <a:endParaRPr lang="en-US"/>
            </a:p>
          </p:txBody>
        </p:sp>
      </p:grpSp>
      <p:sp>
        <p:nvSpPr>
          <p:cNvPr id="4" name="TextBox 4"/>
          <p:cNvSpPr txBox="1"/>
          <p:nvPr/>
        </p:nvSpPr>
        <p:spPr>
          <a:xfrm>
            <a:off x="832511" y="982170"/>
            <a:ext cx="6865921" cy="7144560"/>
          </a:xfrm>
          <a:prstGeom prst="rect">
            <a:avLst/>
          </a:prstGeom>
        </p:spPr>
        <p:txBody>
          <a:bodyPr lIns="0" tIns="0" rIns="0" bIns="0" rtlCol="0" anchor="t">
            <a:spAutoFit/>
          </a:bodyPr>
          <a:lstStyle/>
          <a:p>
            <a:pPr algn="l">
              <a:lnSpc>
                <a:spcPts val="6352"/>
              </a:lnSpc>
            </a:pPr>
            <a:r>
              <a:rPr lang="en-US" sz="3528">
                <a:solidFill>
                  <a:srgbClr val="000000"/>
                </a:solidFill>
                <a:latin typeface="Helvetica"/>
                <a:ea typeface="Helvetica"/>
                <a:cs typeface="Helvetica"/>
                <a:sym typeface="Helvetica"/>
              </a:rPr>
              <a:t>You shall love Adonai your God </a:t>
            </a:r>
          </a:p>
          <a:p>
            <a:pPr algn="l">
              <a:lnSpc>
                <a:spcPts val="6352"/>
              </a:lnSpc>
            </a:pPr>
            <a:r>
              <a:rPr lang="en-US" sz="3528">
                <a:solidFill>
                  <a:srgbClr val="000000"/>
                </a:solidFill>
                <a:latin typeface="Helvetica"/>
                <a:ea typeface="Helvetica"/>
                <a:cs typeface="Helvetica"/>
                <a:sym typeface="Helvetica"/>
              </a:rPr>
              <a:t>with all your heart, </a:t>
            </a:r>
          </a:p>
          <a:p>
            <a:pPr algn="l">
              <a:lnSpc>
                <a:spcPts val="6352"/>
              </a:lnSpc>
            </a:pPr>
            <a:r>
              <a:rPr lang="en-US" sz="3528">
                <a:solidFill>
                  <a:srgbClr val="000000"/>
                </a:solidFill>
                <a:latin typeface="Helvetica"/>
                <a:ea typeface="Helvetica"/>
                <a:cs typeface="Helvetica"/>
                <a:sym typeface="Helvetica"/>
              </a:rPr>
              <a:t>with all your soul, </a:t>
            </a:r>
          </a:p>
          <a:p>
            <a:pPr algn="l">
              <a:lnSpc>
                <a:spcPts val="6352"/>
              </a:lnSpc>
            </a:pPr>
            <a:r>
              <a:rPr lang="en-US" sz="3528">
                <a:solidFill>
                  <a:srgbClr val="000000"/>
                </a:solidFill>
                <a:latin typeface="Helvetica"/>
                <a:ea typeface="Helvetica"/>
                <a:cs typeface="Helvetica"/>
                <a:sym typeface="Helvetica"/>
              </a:rPr>
              <a:t>and with all your might. </a:t>
            </a:r>
          </a:p>
          <a:p>
            <a:pPr algn="l">
              <a:lnSpc>
                <a:spcPts val="6352"/>
              </a:lnSpc>
            </a:pPr>
            <a:endParaRPr lang="en-US" sz="3528">
              <a:solidFill>
                <a:srgbClr val="000000"/>
              </a:solidFill>
              <a:latin typeface="Helvetica"/>
              <a:ea typeface="Helvetica"/>
              <a:cs typeface="Helvetica"/>
              <a:sym typeface="Helvetica"/>
            </a:endParaRPr>
          </a:p>
          <a:p>
            <a:pPr algn="l">
              <a:lnSpc>
                <a:spcPts val="6352"/>
              </a:lnSpc>
            </a:pPr>
            <a:r>
              <a:rPr lang="en-US" sz="3528">
                <a:solidFill>
                  <a:srgbClr val="000000"/>
                </a:solidFill>
                <a:latin typeface="Helvetica"/>
                <a:ea typeface="Helvetica"/>
                <a:cs typeface="Helvetica"/>
                <a:sym typeface="Helvetica"/>
              </a:rPr>
              <a:t>Place the words</a:t>
            </a:r>
          </a:p>
          <a:p>
            <a:pPr algn="l">
              <a:lnSpc>
                <a:spcPts val="6352"/>
              </a:lnSpc>
            </a:pPr>
            <a:r>
              <a:rPr lang="en-US" sz="3528">
                <a:solidFill>
                  <a:srgbClr val="000000"/>
                </a:solidFill>
                <a:latin typeface="Helvetica"/>
                <a:ea typeface="Helvetica"/>
                <a:cs typeface="Helvetica"/>
                <a:sym typeface="Helvetica"/>
              </a:rPr>
              <a:t>I command you today</a:t>
            </a:r>
          </a:p>
          <a:p>
            <a:pPr algn="l">
              <a:lnSpc>
                <a:spcPts val="6352"/>
              </a:lnSpc>
            </a:pPr>
            <a:r>
              <a:rPr lang="en-US" sz="3528">
                <a:solidFill>
                  <a:srgbClr val="000000"/>
                </a:solidFill>
                <a:latin typeface="Helvetica"/>
                <a:ea typeface="Helvetica"/>
                <a:cs typeface="Helvetica"/>
                <a:sym typeface="Helvetica"/>
              </a:rPr>
              <a:t>on your heart. </a:t>
            </a:r>
          </a:p>
          <a:p>
            <a:pPr algn="l">
              <a:lnSpc>
                <a:spcPts val="6352"/>
              </a:lnSpc>
            </a:pPr>
            <a:r>
              <a:rPr lang="en-US" sz="3528">
                <a:solidFill>
                  <a:srgbClr val="000000"/>
                </a:solidFill>
                <a:latin typeface="Helvetica"/>
                <a:ea typeface="Helvetica"/>
                <a:cs typeface="Helvetica"/>
                <a:sym typeface="Helvetica"/>
              </a:rPr>
              <a:t>…</a:t>
            </a:r>
          </a:p>
        </p:txBody>
      </p:sp>
      <p:sp>
        <p:nvSpPr>
          <p:cNvPr id="5" name="TextBox 5"/>
          <p:cNvSpPr txBox="1"/>
          <p:nvPr/>
        </p:nvSpPr>
        <p:spPr>
          <a:xfrm>
            <a:off x="12743806" y="952500"/>
            <a:ext cx="4710728" cy="7174230"/>
          </a:xfrm>
          <a:prstGeom prst="rect">
            <a:avLst/>
          </a:prstGeom>
        </p:spPr>
        <p:txBody>
          <a:bodyPr lIns="0" tIns="0" rIns="0" bIns="0" rtlCol="0" anchor="t">
            <a:spAutoFit/>
          </a:bodyPr>
          <a:lstStyle/>
          <a:p>
            <a:pPr algn="r" rtl="1">
              <a:lnSpc>
                <a:spcPts val="6300"/>
              </a:lnSpc>
            </a:pPr>
            <a:r>
              <a:rPr lang="he-IL" sz="4200">
                <a:solidFill>
                  <a:srgbClr val="000000"/>
                </a:solidFill>
                <a:latin typeface="David Libre"/>
                <a:ea typeface="David Libre"/>
                <a:cs typeface="David Libre"/>
                <a:sym typeface="David Libre"/>
                <a:rtl/>
              </a:rPr>
              <a:t>וְאָהַבְתָּ אֵת יְהֹוָה אֱלֹהֶֽיךָ בְּכָל֯־לְ֯בָבְ֒ךָ</a:t>
            </a:r>
          </a:p>
          <a:p>
            <a:pPr algn="r" rtl="1">
              <a:lnSpc>
                <a:spcPts val="6300"/>
              </a:lnSpc>
            </a:pPr>
            <a:r>
              <a:rPr lang="he-IL" sz="4200">
                <a:solidFill>
                  <a:srgbClr val="000000"/>
                </a:solidFill>
                <a:latin typeface="David Libre"/>
                <a:ea typeface="David Libre"/>
                <a:cs typeface="David Libre"/>
                <a:sym typeface="David Libre"/>
                <a:rtl/>
              </a:rPr>
              <a:t>וּבְכָל־נַפְשְׁ֒ךָ</a:t>
            </a:r>
          </a:p>
          <a:p>
            <a:pPr algn="r" rtl="1">
              <a:lnSpc>
                <a:spcPts val="6300"/>
              </a:lnSpc>
            </a:pPr>
            <a:r>
              <a:rPr lang="he-IL" sz="4200">
                <a:solidFill>
                  <a:srgbClr val="000000"/>
                </a:solidFill>
                <a:latin typeface="David Libre"/>
                <a:ea typeface="David Libre"/>
                <a:cs typeface="David Libre"/>
                <a:sym typeface="David Libre"/>
                <a:rtl/>
              </a:rPr>
              <a:t>וּבְכָל־מְאֹדֶֽךָ:</a:t>
            </a:r>
          </a:p>
          <a:p>
            <a:pPr algn="r" rtl="1">
              <a:lnSpc>
                <a:spcPts val="6300"/>
              </a:lnSpc>
            </a:pPr>
            <a:endParaRPr lang="he-IL" sz="4200">
              <a:solidFill>
                <a:srgbClr val="000000"/>
              </a:solidFill>
              <a:latin typeface="David Libre"/>
              <a:ea typeface="David Libre"/>
              <a:cs typeface="David Libre"/>
              <a:sym typeface="David Libre"/>
              <a:rtl/>
            </a:endParaRPr>
          </a:p>
          <a:p>
            <a:pPr algn="r" rtl="1">
              <a:lnSpc>
                <a:spcPts val="6300"/>
              </a:lnSpc>
            </a:pPr>
            <a:r>
              <a:rPr lang="he-IL" sz="4200">
                <a:solidFill>
                  <a:srgbClr val="000000"/>
                </a:solidFill>
                <a:latin typeface="David Libre"/>
                <a:ea typeface="David Libre"/>
                <a:cs typeface="David Libre"/>
                <a:sym typeface="David Libre"/>
                <a:rtl/>
              </a:rPr>
              <a:t>וְהָיוּ הַדְּ֒בָרִים הָאֵֽלֶּה</a:t>
            </a:r>
          </a:p>
          <a:p>
            <a:pPr algn="r" rtl="1">
              <a:lnSpc>
                <a:spcPts val="6300"/>
              </a:lnSpc>
            </a:pPr>
            <a:r>
              <a:rPr lang="he-IL" sz="4200">
                <a:solidFill>
                  <a:srgbClr val="000000"/>
                </a:solidFill>
                <a:latin typeface="David Libre"/>
                <a:ea typeface="David Libre"/>
                <a:cs typeface="David Libre"/>
                <a:sym typeface="David Libre"/>
                <a:rtl/>
              </a:rPr>
              <a:t>אֲשֶׁר֯ אָ֯נֹכִי מְצַוְּ֒ךָ</a:t>
            </a:r>
          </a:p>
          <a:p>
            <a:pPr algn="r" rtl="1">
              <a:lnSpc>
                <a:spcPts val="6300"/>
              </a:lnSpc>
            </a:pPr>
            <a:r>
              <a:rPr lang="he-IL" sz="4200">
                <a:solidFill>
                  <a:srgbClr val="000000"/>
                </a:solidFill>
                <a:latin typeface="David Libre"/>
                <a:ea typeface="David Libre"/>
                <a:cs typeface="David Libre"/>
                <a:sym typeface="David Libre"/>
                <a:rtl/>
              </a:rPr>
              <a:t>הַיּוֹם עַל֯־לְ֯בָבֶֽךָ:</a:t>
            </a:r>
          </a:p>
          <a:p>
            <a:pPr algn="r">
              <a:lnSpc>
                <a:spcPts val="6300"/>
              </a:lnSpc>
            </a:pPr>
            <a:r>
              <a:rPr lang="en-US" sz="4200">
                <a:solidFill>
                  <a:srgbClr val="000000"/>
                </a:solidFill>
                <a:latin typeface="David Libre"/>
                <a:ea typeface="David Libre"/>
                <a:cs typeface="David Libre"/>
                <a:sym typeface="David Libre"/>
              </a:rPr>
              <a:t>...</a:t>
            </a:r>
          </a:p>
        </p:txBody>
      </p:sp>
      <p:grpSp>
        <p:nvGrpSpPr>
          <p:cNvPr id="6" name="Group 6"/>
          <p:cNvGrpSpPr>
            <a:grpSpLocks noChangeAspect="1"/>
          </p:cNvGrpSpPr>
          <p:nvPr/>
        </p:nvGrpSpPr>
        <p:grpSpPr>
          <a:xfrm>
            <a:off x="8217396" y="3963816"/>
            <a:ext cx="2122027" cy="5889298"/>
            <a:chOff x="0" y="0"/>
            <a:chExt cx="1744937" cy="4842753"/>
          </a:xfrm>
        </p:grpSpPr>
        <p:sp>
          <p:nvSpPr>
            <p:cNvPr id="7" name="Freeform 7"/>
            <p:cNvSpPr/>
            <p:nvPr/>
          </p:nvSpPr>
          <p:spPr>
            <a:xfrm>
              <a:off x="0" y="0"/>
              <a:ext cx="1744980" cy="4842764"/>
            </a:xfrm>
            <a:custGeom>
              <a:avLst/>
              <a:gdLst/>
              <a:ahLst/>
              <a:cxnLst/>
              <a:rect l="l" t="t" r="r" b="b"/>
              <a:pathLst>
                <a:path w="1744980" h="4842764">
                  <a:moveTo>
                    <a:pt x="0" y="0"/>
                  </a:moveTo>
                  <a:lnTo>
                    <a:pt x="1744980" y="0"/>
                  </a:lnTo>
                  <a:lnTo>
                    <a:pt x="1744980" y="4842764"/>
                  </a:lnTo>
                  <a:lnTo>
                    <a:pt x="0" y="4842764"/>
                  </a:lnTo>
                  <a:lnTo>
                    <a:pt x="0" y="0"/>
                  </a:lnTo>
                  <a:close/>
                </a:path>
              </a:pathLst>
            </a:custGeom>
            <a:blipFill>
              <a:blip r:embed="rId2"/>
              <a:stretch>
                <a:fillRect t="-82" r="2" b="-82"/>
              </a:stretch>
            </a:blipFill>
          </p:spPr>
          <p:txBody>
            <a:bodyPr/>
            <a:lstStyle/>
            <a:p>
              <a:endParaRPr lang="en-US"/>
            </a:p>
          </p:txBody>
        </p:sp>
      </p:grpSp>
      <p:grpSp>
        <p:nvGrpSpPr>
          <p:cNvPr id="8" name="Group 8"/>
          <p:cNvGrpSpPr/>
          <p:nvPr/>
        </p:nvGrpSpPr>
        <p:grpSpPr>
          <a:xfrm>
            <a:off x="150790" y="147044"/>
            <a:ext cx="5453045" cy="306007"/>
            <a:chOff x="0" y="0"/>
            <a:chExt cx="5128226" cy="287779"/>
          </a:xfrm>
        </p:grpSpPr>
        <p:sp>
          <p:nvSpPr>
            <p:cNvPr id="9" name="Freeform 9"/>
            <p:cNvSpPr/>
            <p:nvPr/>
          </p:nvSpPr>
          <p:spPr>
            <a:xfrm>
              <a:off x="0" y="0"/>
              <a:ext cx="5128226" cy="287779"/>
            </a:xfrm>
            <a:custGeom>
              <a:avLst/>
              <a:gdLst/>
              <a:ahLst/>
              <a:cxnLst/>
              <a:rect l="l" t="t" r="r" b="b"/>
              <a:pathLst>
                <a:path w="5128226" h="287779">
                  <a:moveTo>
                    <a:pt x="0" y="0"/>
                  </a:moveTo>
                  <a:lnTo>
                    <a:pt x="5128226" y="0"/>
                  </a:lnTo>
                  <a:lnTo>
                    <a:pt x="5128226" y="287779"/>
                  </a:lnTo>
                  <a:lnTo>
                    <a:pt x="0" y="287779"/>
                  </a:lnTo>
                  <a:close/>
                </a:path>
              </a:pathLst>
            </a:custGeom>
          </p:spPr>
          <p:txBody>
            <a:bodyPr/>
            <a:lstStyle/>
            <a:p>
              <a:endParaRPr lang="en-US"/>
            </a:p>
          </p:txBody>
        </p:sp>
        <p:sp>
          <p:nvSpPr>
            <p:cNvPr id="10" name="TextBox 10"/>
            <p:cNvSpPr txBox="1"/>
            <p:nvPr/>
          </p:nvSpPr>
          <p:spPr>
            <a:xfrm>
              <a:off x="0" y="-19050"/>
              <a:ext cx="5128226" cy="306829"/>
            </a:xfrm>
            <a:prstGeom prst="rect">
              <a:avLst/>
            </a:prstGeom>
          </p:spPr>
          <p:txBody>
            <a:bodyPr lIns="0" tIns="0" rIns="0" bIns="0" rtlCol="0" anchor="ctr"/>
            <a:lstStyle/>
            <a:p>
              <a:pPr algn="l">
                <a:lnSpc>
                  <a:spcPts val="2041"/>
                </a:lnSpc>
              </a:pPr>
              <a:r>
                <a:rPr lang="en-US" sz="1701" b="1">
                  <a:solidFill>
                    <a:srgbClr val="EFAC4B"/>
                  </a:solidFill>
                  <a:latin typeface="Helvetica Bold"/>
                  <a:ea typeface="Helvetica Bold"/>
                  <a:cs typeface="Helvetica Bold"/>
                  <a:sym typeface="Helvetica Bold"/>
                </a:rPr>
                <a:t>SH'MA AND ITS BLESSING </a:t>
              </a:r>
              <a:r>
                <a:rPr lang="en-US" sz="1701">
                  <a:solidFill>
                    <a:srgbClr val="EFAC4B"/>
                  </a:solidFill>
                  <a:latin typeface="Helvetica"/>
                  <a:ea typeface="Helvetica"/>
                  <a:cs typeface="Helvetica"/>
                  <a:sym typeface="Helvetica"/>
                </a:rPr>
                <a:t>| </a:t>
              </a:r>
              <a:r>
                <a:rPr lang="en-US" sz="1701" b="1" i="1">
                  <a:solidFill>
                    <a:srgbClr val="EFAC4B"/>
                  </a:solidFill>
                  <a:latin typeface="Helvetica Bold Italics"/>
                  <a:ea typeface="Helvetica Bold Italics"/>
                  <a:cs typeface="Helvetica Bold Italics"/>
                  <a:sym typeface="Helvetica Bold Italics"/>
                </a:rPr>
                <a:t>SH'MA UVIRCHOTEHA</a:t>
              </a:r>
            </a:p>
          </p:txBody>
        </p:sp>
      </p:grpSp>
      <p:grpSp>
        <p:nvGrpSpPr>
          <p:cNvPr id="11" name="Group 11"/>
          <p:cNvGrpSpPr>
            <a:grpSpLocks noChangeAspect="1"/>
          </p:cNvGrpSpPr>
          <p:nvPr/>
        </p:nvGrpSpPr>
        <p:grpSpPr>
          <a:xfrm>
            <a:off x="16172158" y="12650"/>
            <a:ext cx="1913686" cy="495882"/>
            <a:chOff x="0" y="0"/>
            <a:chExt cx="1799694" cy="466344"/>
          </a:xfrm>
        </p:grpSpPr>
        <p:sp>
          <p:nvSpPr>
            <p:cNvPr id="12" name="Freeform 12"/>
            <p:cNvSpPr/>
            <p:nvPr/>
          </p:nvSpPr>
          <p:spPr>
            <a:xfrm>
              <a:off x="0" y="0"/>
              <a:ext cx="1799717" cy="466344"/>
            </a:xfrm>
            <a:custGeom>
              <a:avLst/>
              <a:gdLst/>
              <a:ahLst/>
              <a:cxnLst/>
              <a:rect l="l" t="t" r="r" b="b"/>
              <a:pathLst>
                <a:path w="1799717" h="466344">
                  <a:moveTo>
                    <a:pt x="0" y="0"/>
                  </a:moveTo>
                  <a:lnTo>
                    <a:pt x="1799717" y="0"/>
                  </a:lnTo>
                  <a:lnTo>
                    <a:pt x="1799717" y="466344"/>
                  </a:lnTo>
                  <a:lnTo>
                    <a:pt x="0" y="466344"/>
                  </a:lnTo>
                  <a:lnTo>
                    <a:pt x="0" y="0"/>
                  </a:lnTo>
                  <a:close/>
                </a:path>
              </a:pathLst>
            </a:custGeom>
            <a:blipFill>
              <a:blip r:embed="rId3"/>
              <a:stretch>
                <a:fillRect r="1"/>
              </a:stretch>
            </a:blipFill>
          </p:spPr>
          <p:txBody>
            <a:bodyPr/>
            <a:lstStyle/>
            <a:p>
              <a:endParaRPr lang="en-US"/>
            </a:p>
          </p:txBody>
        </p:sp>
      </p:gr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b="1">
                <a:solidFill>
                  <a:srgbClr val="FFFFFF"/>
                </a:solidFill>
                <a:latin typeface="Calibri (MS)"/>
                <a:cs typeface="Calibri (MS)"/>
              </a:rPr>
              <a:t>• V'ahavta</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circl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9FAA"/>
        </a:solidFill>
        <a:effectLst/>
      </p:bgPr>
    </p:bg>
    <p:spTree>
      <p:nvGrpSpPr>
        <p:cNvPr id="1" name=""/>
        <p:cNvGrpSpPr/>
        <p:nvPr/>
      </p:nvGrpSpPr>
      <p:grpSpPr>
        <a:xfrm>
          <a:off x="0" y="0"/>
          <a:ext cx="0" cy="0"/>
          <a:chOff x="0" y="0"/>
          <a:chExt cx="0" cy="0"/>
        </a:xfrm>
      </p:grpSpPr>
      <p:grpSp>
        <p:nvGrpSpPr>
          <p:cNvPr id="2" name="Group 2"/>
          <p:cNvGrpSpPr/>
          <p:nvPr/>
        </p:nvGrpSpPr>
        <p:grpSpPr>
          <a:xfrm>
            <a:off x="0" y="-1096"/>
            <a:ext cx="18288000" cy="523372"/>
            <a:chOff x="0" y="0"/>
            <a:chExt cx="17198647" cy="492197"/>
          </a:xfrm>
        </p:grpSpPr>
        <p:sp>
          <p:nvSpPr>
            <p:cNvPr id="3" name="Freeform 3"/>
            <p:cNvSpPr/>
            <p:nvPr/>
          </p:nvSpPr>
          <p:spPr>
            <a:xfrm>
              <a:off x="3022" y="2286"/>
              <a:ext cx="17192677" cy="487680"/>
            </a:xfrm>
            <a:custGeom>
              <a:avLst/>
              <a:gdLst/>
              <a:ahLst/>
              <a:cxnLst/>
              <a:rect l="l" t="t" r="r" b="b"/>
              <a:pathLst>
                <a:path w="17192677" h="487680">
                  <a:moveTo>
                    <a:pt x="0" y="0"/>
                  </a:moveTo>
                  <a:lnTo>
                    <a:pt x="17192677" y="0"/>
                  </a:lnTo>
                  <a:lnTo>
                    <a:pt x="17192677" y="487680"/>
                  </a:lnTo>
                  <a:lnTo>
                    <a:pt x="0" y="487680"/>
                  </a:lnTo>
                  <a:close/>
                </a:path>
              </a:pathLst>
            </a:custGeom>
            <a:solidFill>
              <a:srgbClr val="4565AB"/>
            </a:solidFill>
          </p:spPr>
          <p:txBody>
            <a:bodyPr/>
            <a:lstStyle/>
            <a:p>
              <a:endParaRPr lang="en-US"/>
            </a:p>
          </p:txBody>
        </p:sp>
      </p:grpSp>
      <p:grpSp>
        <p:nvGrpSpPr>
          <p:cNvPr id="4" name="Group 4"/>
          <p:cNvGrpSpPr/>
          <p:nvPr/>
        </p:nvGrpSpPr>
        <p:grpSpPr>
          <a:xfrm>
            <a:off x="150790" y="147044"/>
            <a:ext cx="5453045" cy="306007"/>
            <a:chOff x="0" y="0"/>
            <a:chExt cx="5128226" cy="287779"/>
          </a:xfrm>
        </p:grpSpPr>
        <p:sp>
          <p:nvSpPr>
            <p:cNvPr id="5" name="Freeform 5"/>
            <p:cNvSpPr/>
            <p:nvPr/>
          </p:nvSpPr>
          <p:spPr>
            <a:xfrm>
              <a:off x="0" y="0"/>
              <a:ext cx="5128226" cy="287779"/>
            </a:xfrm>
            <a:custGeom>
              <a:avLst/>
              <a:gdLst/>
              <a:ahLst/>
              <a:cxnLst/>
              <a:rect l="l" t="t" r="r" b="b"/>
              <a:pathLst>
                <a:path w="5128226" h="287779">
                  <a:moveTo>
                    <a:pt x="0" y="0"/>
                  </a:moveTo>
                  <a:lnTo>
                    <a:pt x="5128226" y="0"/>
                  </a:lnTo>
                  <a:lnTo>
                    <a:pt x="5128226" y="287779"/>
                  </a:lnTo>
                  <a:lnTo>
                    <a:pt x="0" y="287779"/>
                  </a:lnTo>
                  <a:close/>
                </a:path>
              </a:pathLst>
            </a:custGeom>
          </p:spPr>
          <p:txBody>
            <a:bodyPr/>
            <a:lstStyle/>
            <a:p>
              <a:endParaRPr lang="en-US"/>
            </a:p>
          </p:txBody>
        </p:sp>
        <p:sp>
          <p:nvSpPr>
            <p:cNvPr id="6" name="TextBox 6"/>
            <p:cNvSpPr txBox="1"/>
            <p:nvPr/>
          </p:nvSpPr>
          <p:spPr>
            <a:xfrm>
              <a:off x="0" y="-19050"/>
              <a:ext cx="5128226" cy="306829"/>
            </a:xfrm>
            <a:prstGeom prst="rect">
              <a:avLst/>
            </a:prstGeom>
          </p:spPr>
          <p:txBody>
            <a:bodyPr lIns="0" tIns="0" rIns="0" bIns="0" rtlCol="0" anchor="ctr"/>
            <a:lstStyle/>
            <a:p>
              <a:pPr algn="l">
                <a:lnSpc>
                  <a:spcPts val="2041"/>
                </a:lnSpc>
              </a:pPr>
              <a:r>
                <a:rPr lang="en-US" sz="1701" b="1">
                  <a:solidFill>
                    <a:srgbClr val="EFAC4B"/>
                  </a:solidFill>
                  <a:latin typeface="Helvetica Bold"/>
                  <a:ea typeface="Helvetica Bold"/>
                  <a:cs typeface="Helvetica Bold"/>
                  <a:sym typeface="Helvetica Bold"/>
                </a:rPr>
                <a:t>SH'MA AND ITS BLESSING </a:t>
              </a:r>
              <a:r>
                <a:rPr lang="en-US" sz="1701">
                  <a:solidFill>
                    <a:srgbClr val="EFAC4B"/>
                  </a:solidFill>
                  <a:latin typeface="Helvetica"/>
                  <a:ea typeface="Helvetica"/>
                  <a:cs typeface="Helvetica"/>
                  <a:sym typeface="Helvetica"/>
                </a:rPr>
                <a:t>| </a:t>
              </a:r>
              <a:r>
                <a:rPr lang="en-US" sz="1701" b="1" i="1">
                  <a:solidFill>
                    <a:srgbClr val="EFAC4B"/>
                  </a:solidFill>
                  <a:latin typeface="Helvetica Bold Italics"/>
                  <a:ea typeface="Helvetica Bold Italics"/>
                  <a:cs typeface="Helvetica Bold Italics"/>
                  <a:sym typeface="Helvetica Bold Italics"/>
                </a:rPr>
                <a:t>SH'MA UVIRCHOTEHA</a:t>
              </a:r>
            </a:p>
          </p:txBody>
        </p:sp>
      </p:grpSp>
      <p:grpSp>
        <p:nvGrpSpPr>
          <p:cNvPr id="7" name="Group 7"/>
          <p:cNvGrpSpPr>
            <a:grpSpLocks noChangeAspect="1"/>
          </p:cNvGrpSpPr>
          <p:nvPr/>
        </p:nvGrpSpPr>
        <p:grpSpPr>
          <a:xfrm>
            <a:off x="16172158" y="12650"/>
            <a:ext cx="1913686" cy="495882"/>
            <a:chOff x="0" y="0"/>
            <a:chExt cx="1799694" cy="466344"/>
          </a:xfrm>
        </p:grpSpPr>
        <p:sp>
          <p:nvSpPr>
            <p:cNvPr id="8" name="Freeform 8"/>
            <p:cNvSpPr/>
            <p:nvPr/>
          </p:nvSpPr>
          <p:spPr>
            <a:xfrm>
              <a:off x="0" y="0"/>
              <a:ext cx="1799717" cy="466344"/>
            </a:xfrm>
            <a:custGeom>
              <a:avLst/>
              <a:gdLst/>
              <a:ahLst/>
              <a:cxnLst/>
              <a:rect l="l" t="t" r="r" b="b"/>
              <a:pathLst>
                <a:path w="1799717" h="466344">
                  <a:moveTo>
                    <a:pt x="0" y="0"/>
                  </a:moveTo>
                  <a:lnTo>
                    <a:pt x="1799717" y="0"/>
                  </a:lnTo>
                  <a:lnTo>
                    <a:pt x="1799717" y="466344"/>
                  </a:lnTo>
                  <a:lnTo>
                    <a:pt x="0" y="466344"/>
                  </a:lnTo>
                  <a:lnTo>
                    <a:pt x="0" y="0"/>
                  </a:lnTo>
                  <a:close/>
                </a:path>
              </a:pathLst>
            </a:custGeom>
            <a:blipFill>
              <a:blip r:embed="rId2"/>
              <a:stretch>
                <a:fillRect r="1"/>
              </a:stretch>
            </a:blipFill>
          </p:spPr>
          <p:txBody>
            <a:bodyPr/>
            <a:lstStyle/>
            <a:p>
              <a:endParaRPr lang="en-US"/>
            </a:p>
          </p:txBody>
        </p:sp>
      </p:grpSp>
      <p:sp>
        <p:nvSpPr>
          <p:cNvPr id="9" name="TextBox 9"/>
          <p:cNvSpPr txBox="1"/>
          <p:nvPr/>
        </p:nvSpPr>
        <p:spPr>
          <a:xfrm>
            <a:off x="796518" y="1001220"/>
            <a:ext cx="6787680" cy="8652508"/>
          </a:xfrm>
          <a:prstGeom prst="rect">
            <a:avLst/>
          </a:prstGeom>
        </p:spPr>
        <p:txBody>
          <a:bodyPr lIns="0" tIns="0" rIns="0" bIns="0" rtlCol="0" anchor="t">
            <a:spAutoFit/>
          </a:bodyPr>
          <a:lstStyle/>
          <a:p>
            <a:pPr algn="l">
              <a:lnSpc>
                <a:spcPts val="5760"/>
              </a:lnSpc>
            </a:pPr>
            <a:r>
              <a:rPr lang="en-US" sz="3200">
                <a:solidFill>
                  <a:srgbClr val="000000"/>
                </a:solidFill>
                <a:latin typeface="Helvetica"/>
                <a:ea typeface="Helvetica"/>
                <a:cs typeface="Helvetica"/>
                <a:sym typeface="Helvetica"/>
              </a:rPr>
              <a:t>Repeat them to your children </a:t>
            </a:r>
          </a:p>
          <a:p>
            <a:pPr algn="l">
              <a:lnSpc>
                <a:spcPts val="5760"/>
              </a:lnSpc>
            </a:pPr>
            <a:r>
              <a:rPr lang="en-US" sz="3200">
                <a:solidFill>
                  <a:srgbClr val="000000"/>
                </a:solidFill>
                <a:latin typeface="Helvetica"/>
                <a:ea typeface="Helvetica"/>
                <a:cs typeface="Helvetica"/>
                <a:sym typeface="Helvetica"/>
              </a:rPr>
              <a:t>and speak them</a:t>
            </a:r>
          </a:p>
          <a:p>
            <a:pPr algn="l">
              <a:lnSpc>
                <a:spcPts val="5760"/>
              </a:lnSpc>
            </a:pPr>
            <a:r>
              <a:rPr lang="en-US" sz="3200">
                <a:solidFill>
                  <a:srgbClr val="000000"/>
                </a:solidFill>
                <a:latin typeface="Helvetica"/>
                <a:ea typeface="Helvetica"/>
                <a:cs typeface="Helvetica"/>
                <a:sym typeface="Helvetica"/>
              </a:rPr>
              <a:t>when you sit at home</a:t>
            </a:r>
          </a:p>
          <a:p>
            <a:pPr algn="l">
              <a:lnSpc>
                <a:spcPts val="5760"/>
              </a:lnSpc>
            </a:pPr>
            <a:r>
              <a:rPr lang="en-US" sz="3200">
                <a:solidFill>
                  <a:srgbClr val="000000"/>
                </a:solidFill>
                <a:latin typeface="Helvetica"/>
                <a:ea typeface="Helvetica"/>
                <a:cs typeface="Helvetica"/>
                <a:sym typeface="Helvetica"/>
              </a:rPr>
              <a:t>and when you walk on the street,</a:t>
            </a:r>
          </a:p>
          <a:p>
            <a:pPr algn="l">
              <a:lnSpc>
                <a:spcPts val="5760"/>
              </a:lnSpc>
            </a:pPr>
            <a:r>
              <a:rPr lang="en-US" sz="3200">
                <a:solidFill>
                  <a:srgbClr val="000000"/>
                </a:solidFill>
                <a:latin typeface="Helvetica"/>
                <a:ea typeface="Helvetica"/>
                <a:cs typeface="Helvetica"/>
                <a:sym typeface="Helvetica"/>
              </a:rPr>
              <a:t>when you lie down </a:t>
            </a:r>
          </a:p>
          <a:p>
            <a:pPr algn="l">
              <a:lnSpc>
                <a:spcPts val="5760"/>
              </a:lnSpc>
            </a:pPr>
            <a:r>
              <a:rPr lang="en-US" sz="3200">
                <a:solidFill>
                  <a:srgbClr val="000000"/>
                </a:solidFill>
                <a:latin typeface="Helvetica"/>
                <a:ea typeface="Helvetica"/>
                <a:cs typeface="Helvetica"/>
                <a:sym typeface="Helvetica"/>
              </a:rPr>
              <a:t>and when you get up. </a:t>
            </a:r>
          </a:p>
          <a:p>
            <a:pPr algn="l">
              <a:lnSpc>
                <a:spcPts val="5760"/>
              </a:lnSpc>
            </a:pPr>
            <a:r>
              <a:rPr lang="en-US" sz="3200">
                <a:solidFill>
                  <a:srgbClr val="000000"/>
                </a:solidFill>
                <a:latin typeface="Helvetica"/>
                <a:ea typeface="Helvetica"/>
                <a:cs typeface="Helvetica"/>
                <a:sym typeface="Helvetica"/>
              </a:rPr>
              <a:t>Tie them as a sign on your hand, </a:t>
            </a:r>
          </a:p>
          <a:p>
            <a:pPr algn="l">
              <a:lnSpc>
                <a:spcPts val="5760"/>
              </a:lnSpc>
            </a:pPr>
            <a:r>
              <a:rPr lang="en-US" sz="3200">
                <a:solidFill>
                  <a:srgbClr val="000000"/>
                </a:solidFill>
                <a:latin typeface="Helvetica"/>
                <a:ea typeface="Helvetica"/>
                <a:cs typeface="Helvetica"/>
                <a:sym typeface="Helvetica"/>
              </a:rPr>
              <a:t>and let them be a symbol </a:t>
            </a:r>
          </a:p>
          <a:p>
            <a:pPr algn="l">
              <a:lnSpc>
                <a:spcPts val="5760"/>
              </a:lnSpc>
            </a:pPr>
            <a:r>
              <a:rPr lang="en-US" sz="3200">
                <a:solidFill>
                  <a:srgbClr val="000000"/>
                </a:solidFill>
                <a:latin typeface="Helvetica"/>
                <a:ea typeface="Helvetica"/>
                <a:cs typeface="Helvetica"/>
                <a:sym typeface="Helvetica"/>
              </a:rPr>
              <a:t>between your eyes.</a:t>
            </a:r>
          </a:p>
          <a:p>
            <a:pPr algn="l">
              <a:lnSpc>
                <a:spcPts val="5760"/>
              </a:lnSpc>
            </a:pPr>
            <a:r>
              <a:rPr lang="en-US" sz="3200">
                <a:solidFill>
                  <a:srgbClr val="000000"/>
                </a:solidFill>
                <a:latin typeface="Helvetica"/>
                <a:ea typeface="Helvetica"/>
                <a:cs typeface="Helvetica"/>
                <a:sym typeface="Helvetica"/>
              </a:rPr>
              <a:t>Write them on the doorposts</a:t>
            </a:r>
          </a:p>
          <a:p>
            <a:pPr algn="l">
              <a:lnSpc>
                <a:spcPts val="5760"/>
              </a:lnSpc>
            </a:pPr>
            <a:r>
              <a:rPr lang="en-US" sz="3200">
                <a:solidFill>
                  <a:srgbClr val="000000"/>
                </a:solidFill>
                <a:latin typeface="Helvetica"/>
                <a:ea typeface="Helvetica"/>
                <a:cs typeface="Helvetica"/>
                <a:sym typeface="Helvetica"/>
              </a:rPr>
              <a:t>of your house and on your gates.</a:t>
            </a:r>
          </a:p>
          <a:p>
            <a:pPr algn="l">
              <a:lnSpc>
                <a:spcPts val="5760"/>
              </a:lnSpc>
            </a:pPr>
            <a:r>
              <a:rPr lang="en-US" sz="3200">
                <a:solidFill>
                  <a:srgbClr val="000000"/>
                </a:solidFill>
                <a:latin typeface="Helvetica"/>
                <a:ea typeface="Helvetica"/>
                <a:cs typeface="Helvetica"/>
                <a:sym typeface="Helvetica"/>
              </a:rPr>
              <a:t>…</a:t>
            </a:r>
          </a:p>
        </p:txBody>
      </p:sp>
      <p:sp>
        <p:nvSpPr>
          <p:cNvPr id="10" name="TextBox 10"/>
          <p:cNvSpPr txBox="1"/>
          <p:nvPr/>
        </p:nvSpPr>
        <p:spPr>
          <a:xfrm>
            <a:off x="11619329" y="879298"/>
            <a:ext cx="5822501" cy="8774430"/>
          </a:xfrm>
          <a:prstGeom prst="rect">
            <a:avLst/>
          </a:prstGeom>
        </p:spPr>
        <p:txBody>
          <a:bodyPr lIns="0" tIns="0" rIns="0" bIns="0" rtlCol="0" anchor="t">
            <a:spAutoFit/>
          </a:bodyPr>
          <a:lstStyle/>
          <a:p>
            <a:pPr algn="r" rtl="1">
              <a:lnSpc>
                <a:spcPts val="6300"/>
              </a:lnSpc>
            </a:pPr>
            <a:r>
              <a:rPr lang="he-IL" sz="4200">
                <a:solidFill>
                  <a:srgbClr val="000000"/>
                </a:solidFill>
                <a:latin typeface="David Libre"/>
                <a:ea typeface="David Libre"/>
                <a:cs typeface="David Libre"/>
                <a:sym typeface="David Libre"/>
                <a:rtl/>
              </a:rPr>
              <a:t>וְשִׁנַּנְתָּם לְבָנֶֽיךָ </a:t>
            </a:r>
          </a:p>
          <a:p>
            <a:pPr algn="r" rtl="1">
              <a:lnSpc>
                <a:spcPts val="6300"/>
              </a:lnSpc>
            </a:pPr>
            <a:r>
              <a:rPr lang="he-IL" sz="4200">
                <a:solidFill>
                  <a:srgbClr val="000000"/>
                </a:solidFill>
                <a:latin typeface="David Libre"/>
                <a:ea typeface="David Libre"/>
                <a:cs typeface="David Libre"/>
                <a:sym typeface="David Libre"/>
                <a:rtl/>
              </a:rPr>
              <a:t>וְדִבַּרְתָּ בָּם </a:t>
            </a:r>
          </a:p>
          <a:p>
            <a:pPr algn="r" rtl="1">
              <a:lnSpc>
                <a:spcPts val="6300"/>
              </a:lnSpc>
            </a:pPr>
            <a:r>
              <a:rPr lang="he-IL" sz="4200">
                <a:solidFill>
                  <a:srgbClr val="000000"/>
                </a:solidFill>
                <a:latin typeface="David Libre"/>
                <a:ea typeface="David Libre"/>
                <a:cs typeface="David Libre"/>
                <a:sym typeface="David Libre"/>
                <a:rtl/>
              </a:rPr>
              <a:t>בְּשִׁבְתְּ֒ךָ בְּבֵיתֶֽךָ </a:t>
            </a:r>
          </a:p>
          <a:p>
            <a:pPr algn="r" rtl="1">
              <a:lnSpc>
                <a:spcPts val="6300"/>
              </a:lnSpc>
            </a:pPr>
            <a:r>
              <a:rPr lang="he-IL" sz="4200">
                <a:solidFill>
                  <a:srgbClr val="000000"/>
                </a:solidFill>
                <a:latin typeface="David Libre"/>
                <a:ea typeface="David Libre"/>
                <a:cs typeface="David Libre"/>
                <a:sym typeface="David Libre"/>
                <a:rtl/>
              </a:rPr>
              <a:t>וּבְלֶכְתְּ֒ךָ בַדֶּֽרֶךְ </a:t>
            </a:r>
          </a:p>
          <a:p>
            <a:pPr algn="r" rtl="1">
              <a:lnSpc>
                <a:spcPts val="6300"/>
              </a:lnSpc>
            </a:pPr>
            <a:r>
              <a:rPr lang="he-IL" sz="4200">
                <a:solidFill>
                  <a:srgbClr val="000000"/>
                </a:solidFill>
                <a:latin typeface="David Libre"/>
                <a:ea typeface="David Libre"/>
                <a:cs typeface="David Libre"/>
                <a:sym typeface="David Libre"/>
                <a:rtl/>
              </a:rPr>
              <a:t>וּבְשָׁכְבְּ֒ךָ וּבְקוּמֶֽךָ.</a:t>
            </a:r>
          </a:p>
          <a:p>
            <a:pPr algn="r" rtl="1">
              <a:lnSpc>
                <a:spcPts val="6300"/>
              </a:lnSpc>
            </a:pPr>
            <a:endParaRPr lang="he-IL" sz="4200">
              <a:solidFill>
                <a:srgbClr val="000000"/>
              </a:solidFill>
              <a:latin typeface="David Libre"/>
              <a:ea typeface="David Libre"/>
              <a:cs typeface="David Libre"/>
              <a:sym typeface="David Libre"/>
              <a:rtl/>
            </a:endParaRPr>
          </a:p>
          <a:p>
            <a:pPr algn="r" rtl="1">
              <a:lnSpc>
                <a:spcPts val="6300"/>
              </a:lnSpc>
            </a:pPr>
            <a:r>
              <a:rPr lang="he-IL" sz="4200">
                <a:solidFill>
                  <a:srgbClr val="000000"/>
                </a:solidFill>
                <a:latin typeface="David Libre"/>
                <a:ea typeface="David Libre"/>
                <a:cs typeface="David Libre"/>
                <a:sym typeface="David Libre"/>
                <a:rtl/>
              </a:rPr>
              <a:t>וּקְשַׁרְתָּם לְאוֹת עַל֯־יָ֯דֶֽךָ </a:t>
            </a:r>
          </a:p>
          <a:p>
            <a:pPr algn="r" rtl="1">
              <a:lnSpc>
                <a:spcPts val="6300"/>
              </a:lnSpc>
            </a:pPr>
            <a:r>
              <a:rPr lang="he-IL" sz="4200">
                <a:solidFill>
                  <a:srgbClr val="000000"/>
                </a:solidFill>
                <a:latin typeface="David Libre"/>
                <a:ea typeface="David Libre"/>
                <a:cs typeface="David Libre"/>
                <a:sym typeface="David Libre"/>
                <a:rtl/>
              </a:rPr>
              <a:t>וְהָיוּ לְטֹטָפֹת בֵּין עֵינֶֽיךָ. </a:t>
            </a:r>
          </a:p>
          <a:p>
            <a:pPr algn="r" rtl="1">
              <a:lnSpc>
                <a:spcPts val="6300"/>
              </a:lnSpc>
            </a:pPr>
            <a:r>
              <a:rPr lang="he-IL" sz="4200">
                <a:solidFill>
                  <a:srgbClr val="000000"/>
                </a:solidFill>
                <a:latin typeface="David Libre"/>
                <a:ea typeface="David Libre"/>
                <a:cs typeface="David Libre"/>
                <a:sym typeface="David Libre"/>
                <a:rtl/>
              </a:rPr>
              <a:t>וּכְתַבְתָּם עַל־מְזֻזוֹת </a:t>
            </a:r>
          </a:p>
          <a:p>
            <a:pPr algn="r" rtl="1">
              <a:lnSpc>
                <a:spcPts val="6300"/>
              </a:lnSpc>
            </a:pPr>
            <a:r>
              <a:rPr lang="he-IL" sz="4200">
                <a:solidFill>
                  <a:srgbClr val="000000"/>
                </a:solidFill>
                <a:latin typeface="David Libre"/>
                <a:ea typeface="David Libre"/>
                <a:cs typeface="David Libre"/>
                <a:sym typeface="David Libre"/>
                <a:rtl/>
              </a:rPr>
              <a:t>בֵּיתֶֽךָ וּבִשְׁעָרֶֽיךָ.</a:t>
            </a:r>
          </a:p>
          <a:p>
            <a:pPr algn="r">
              <a:lnSpc>
                <a:spcPts val="6300"/>
              </a:lnSpc>
            </a:pPr>
            <a:r>
              <a:rPr lang="en-US" sz="4200">
                <a:solidFill>
                  <a:srgbClr val="000000"/>
                </a:solidFill>
                <a:latin typeface="David Libre"/>
                <a:ea typeface="David Libre"/>
                <a:cs typeface="David Libre"/>
                <a:sym typeface="David Libre"/>
              </a:rPr>
              <a:t>...</a:t>
            </a:r>
          </a:p>
        </p:txBody>
      </p:sp>
      <p:grpSp>
        <p:nvGrpSpPr>
          <p:cNvPr id="11" name="Group 11"/>
          <p:cNvGrpSpPr>
            <a:grpSpLocks noChangeAspect="1"/>
          </p:cNvGrpSpPr>
          <p:nvPr/>
        </p:nvGrpSpPr>
        <p:grpSpPr>
          <a:xfrm>
            <a:off x="8217396" y="3963816"/>
            <a:ext cx="2122027" cy="5889298"/>
            <a:chOff x="0" y="0"/>
            <a:chExt cx="1744937" cy="4842753"/>
          </a:xfrm>
        </p:grpSpPr>
        <p:sp>
          <p:nvSpPr>
            <p:cNvPr id="12" name="Freeform 12"/>
            <p:cNvSpPr/>
            <p:nvPr/>
          </p:nvSpPr>
          <p:spPr>
            <a:xfrm>
              <a:off x="0" y="0"/>
              <a:ext cx="1744980" cy="4842764"/>
            </a:xfrm>
            <a:custGeom>
              <a:avLst/>
              <a:gdLst/>
              <a:ahLst/>
              <a:cxnLst/>
              <a:rect l="l" t="t" r="r" b="b"/>
              <a:pathLst>
                <a:path w="1744980" h="4842764">
                  <a:moveTo>
                    <a:pt x="0" y="0"/>
                  </a:moveTo>
                  <a:lnTo>
                    <a:pt x="1744980" y="0"/>
                  </a:lnTo>
                  <a:lnTo>
                    <a:pt x="1744980" y="4842764"/>
                  </a:lnTo>
                  <a:lnTo>
                    <a:pt x="0" y="4842764"/>
                  </a:lnTo>
                  <a:lnTo>
                    <a:pt x="0" y="0"/>
                  </a:lnTo>
                  <a:close/>
                </a:path>
              </a:pathLst>
            </a:custGeom>
            <a:blipFill>
              <a:blip r:embed="rId3"/>
              <a:stretch>
                <a:fillRect t="-82" r="2" b="-82"/>
              </a:stretch>
            </a:blipFill>
          </p:spPr>
          <p:txBody>
            <a:bodyPr/>
            <a:lstStyle/>
            <a:p>
              <a:endParaRPr lang="en-US"/>
            </a:p>
          </p:txBody>
        </p:sp>
      </p:gr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29FAA"/>
        </a:solidFill>
        <a:effectLst/>
      </p:bgPr>
    </p:bg>
    <p:spTree>
      <p:nvGrpSpPr>
        <p:cNvPr id="1" name=""/>
        <p:cNvGrpSpPr/>
        <p:nvPr/>
      </p:nvGrpSpPr>
      <p:grpSpPr>
        <a:xfrm>
          <a:off x="0" y="0"/>
          <a:ext cx="0" cy="0"/>
          <a:chOff x="0" y="0"/>
          <a:chExt cx="0" cy="0"/>
        </a:xfrm>
      </p:grpSpPr>
      <p:grpSp>
        <p:nvGrpSpPr>
          <p:cNvPr id="2" name="Group 2"/>
          <p:cNvGrpSpPr/>
          <p:nvPr/>
        </p:nvGrpSpPr>
        <p:grpSpPr>
          <a:xfrm>
            <a:off x="0" y="-1096"/>
            <a:ext cx="18288000" cy="523372"/>
            <a:chOff x="0" y="0"/>
            <a:chExt cx="17198647" cy="492197"/>
          </a:xfrm>
        </p:grpSpPr>
        <p:sp>
          <p:nvSpPr>
            <p:cNvPr id="3" name="Freeform 3"/>
            <p:cNvSpPr/>
            <p:nvPr/>
          </p:nvSpPr>
          <p:spPr>
            <a:xfrm>
              <a:off x="3022" y="2286"/>
              <a:ext cx="17192677" cy="487680"/>
            </a:xfrm>
            <a:custGeom>
              <a:avLst/>
              <a:gdLst/>
              <a:ahLst/>
              <a:cxnLst/>
              <a:rect l="l" t="t" r="r" b="b"/>
              <a:pathLst>
                <a:path w="17192677" h="487680">
                  <a:moveTo>
                    <a:pt x="0" y="0"/>
                  </a:moveTo>
                  <a:lnTo>
                    <a:pt x="17192677" y="0"/>
                  </a:lnTo>
                  <a:lnTo>
                    <a:pt x="17192677" y="487680"/>
                  </a:lnTo>
                  <a:lnTo>
                    <a:pt x="0" y="487680"/>
                  </a:lnTo>
                  <a:close/>
                </a:path>
              </a:pathLst>
            </a:custGeom>
            <a:solidFill>
              <a:srgbClr val="4565AB"/>
            </a:solidFill>
          </p:spPr>
          <p:txBody>
            <a:bodyPr/>
            <a:lstStyle/>
            <a:p>
              <a:endParaRPr lang="en-US"/>
            </a:p>
          </p:txBody>
        </p:sp>
      </p:grpSp>
      <p:grpSp>
        <p:nvGrpSpPr>
          <p:cNvPr id="4" name="Group 4"/>
          <p:cNvGrpSpPr/>
          <p:nvPr/>
        </p:nvGrpSpPr>
        <p:grpSpPr>
          <a:xfrm>
            <a:off x="150790" y="147044"/>
            <a:ext cx="5453045" cy="306007"/>
            <a:chOff x="0" y="0"/>
            <a:chExt cx="5128226" cy="287779"/>
          </a:xfrm>
        </p:grpSpPr>
        <p:sp>
          <p:nvSpPr>
            <p:cNvPr id="5" name="Freeform 5"/>
            <p:cNvSpPr/>
            <p:nvPr/>
          </p:nvSpPr>
          <p:spPr>
            <a:xfrm>
              <a:off x="0" y="0"/>
              <a:ext cx="5128226" cy="287779"/>
            </a:xfrm>
            <a:custGeom>
              <a:avLst/>
              <a:gdLst/>
              <a:ahLst/>
              <a:cxnLst/>
              <a:rect l="l" t="t" r="r" b="b"/>
              <a:pathLst>
                <a:path w="5128226" h="287779">
                  <a:moveTo>
                    <a:pt x="0" y="0"/>
                  </a:moveTo>
                  <a:lnTo>
                    <a:pt x="5128226" y="0"/>
                  </a:lnTo>
                  <a:lnTo>
                    <a:pt x="5128226" y="287779"/>
                  </a:lnTo>
                  <a:lnTo>
                    <a:pt x="0" y="287779"/>
                  </a:lnTo>
                  <a:close/>
                </a:path>
              </a:pathLst>
            </a:custGeom>
          </p:spPr>
          <p:txBody>
            <a:bodyPr/>
            <a:lstStyle/>
            <a:p>
              <a:endParaRPr lang="en-US"/>
            </a:p>
          </p:txBody>
        </p:sp>
        <p:sp>
          <p:nvSpPr>
            <p:cNvPr id="6" name="TextBox 6"/>
            <p:cNvSpPr txBox="1"/>
            <p:nvPr/>
          </p:nvSpPr>
          <p:spPr>
            <a:xfrm>
              <a:off x="0" y="-19050"/>
              <a:ext cx="5128226" cy="306829"/>
            </a:xfrm>
            <a:prstGeom prst="rect">
              <a:avLst/>
            </a:prstGeom>
          </p:spPr>
          <p:txBody>
            <a:bodyPr lIns="0" tIns="0" rIns="0" bIns="0" rtlCol="0" anchor="ctr"/>
            <a:lstStyle/>
            <a:p>
              <a:pPr algn="l">
                <a:lnSpc>
                  <a:spcPts val="2041"/>
                </a:lnSpc>
              </a:pPr>
              <a:r>
                <a:rPr lang="en-US" sz="1701" b="1">
                  <a:solidFill>
                    <a:srgbClr val="EFAC4B"/>
                  </a:solidFill>
                  <a:latin typeface="Helvetica Bold"/>
                  <a:ea typeface="Helvetica Bold"/>
                  <a:cs typeface="Helvetica Bold"/>
                  <a:sym typeface="Helvetica Bold"/>
                </a:rPr>
                <a:t>SH'MA AND ITS BLESSING </a:t>
              </a:r>
              <a:r>
                <a:rPr lang="en-US" sz="1701">
                  <a:solidFill>
                    <a:srgbClr val="EFAC4B"/>
                  </a:solidFill>
                  <a:latin typeface="Helvetica"/>
                  <a:ea typeface="Helvetica"/>
                  <a:cs typeface="Helvetica"/>
                  <a:sym typeface="Helvetica"/>
                </a:rPr>
                <a:t>| </a:t>
              </a:r>
              <a:r>
                <a:rPr lang="en-US" sz="1701" b="1" i="1">
                  <a:solidFill>
                    <a:srgbClr val="EFAC4B"/>
                  </a:solidFill>
                  <a:latin typeface="Helvetica Bold Italics"/>
                  <a:ea typeface="Helvetica Bold Italics"/>
                  <a:cs typeface="Helvetica Bold Italics"/>
                  <a:sym typeface="Helvetica Bold Italics"/>
                </a:rPr>
                <a:t>SH'MA UVIRCHOTEHA</a:t>
              </a:r>
            </a:p>
          </p:txBody>
        </p:sp>
      </p:grpSp>
      <p:grpSp>
        <p:nvGrpSpPr>
          <p:cNvPr id="7" name="Group 7"/>
          <p:cNvGrpSpPr>
            <a:grpSpLocks noChangeAspect="1"/>
          </p:cNvGrpSpPr>
          <p:nvPr/>
        </p:nvGrpSpPr>
        <p:grpSpPr>
          <a:xfrm>
            <a:off x="16172158" y="12650"/>
            <a:ext cx="1913686" cy="495882"/>
            <a:chOff x="0" y="0"/>
            <a:chExt cx="1799694" cy="466344"/>
          </a:xfrm>
        </p:grpSpPr>
        <p:sp>
          <p:nvSpPr>
            <p:cNvPr id="8" name="Freeform 8"/>
            <p:cNvSpPr/>
            <p:nvPr/>
          </p:nvSpPr>
          <p:spPr>
            <a:xfrm>
              <a:off x="0" y="0"/>
              <a:ext cx="1799717" cy="466344"/>
            </a:xfrm>
            <a:custGeom>
              <a:avLst/>
              <a:gdLst/>
              <a:ahLst/>
              <a:cxnLst/>
              <a:rect l="l" t="t" r="r" b="b"/>
              <a:pathLst>
                <a:path w="1799717" h="466344">
                  <a:moveTo>
                    <a:pt x="0" y="0"/>
                  </a:moveTo>
                  <a:lnTo>
                    <a:pt x="1799717" y="0"/>
                  </a:lnTo>
                  <a:lnTo>
                    <a:pt x="1799717" y="466344"/>
                  </a:lnTo>
                  <a:lnTo>
                    <a:pt x="0" y="466344"/>
                  </a:lnTo>
                  <a:lnTo>
                    <a:pt x="0" y="0"/>
                  </a:lnTo>
                  <a:close/>
                </a:path>
              </a:pathLst>
            </a:custGeom>
            <a:blipFill>
              <a:blip r:embed="rId2"/>
              <a:stretch>
                <a:fillRect r="1"/>
              </a:stretch>
            </a:blipFill>
          </p:spPr>
          <p:txBody>
            <a:bodyPr/>
            <a:lstStyle/>
            <a:p>
              <a:endParaRPr lang="en-US"/>
            </a:p>
          </p:txBody>
        </p:sp>
      </p:grpSp>
      <p:sp>
        <p:nvSpPr>
          <p:cNvPr id="9" name="TextBox 9"/>
          <p:cNvSpPr txBox="1"/>
          <p:nvPr/>
        </p:nvSpPr>
        <p:spPr>
          <a:xfrm>
            <a:off x="796518" y="982170"/>
            <a:ext cx="6775150" cy="7884638"/>
          </a:xfrm>
          <a:prstGeom prst="rect">
            <a:avLst/>
          </a:prstGeom>
        </p:spPr>
        <p:txBody>
          <a:bodyPr lIns="0" tIns="0" rIns="0" bIns="0" rtlCol="0" anchor="t">
            <a:spAutoFit/>
          </a:bodyPr>
          <a:lstStyle/>
          <a:p>
            <a:pPr algn="l">
              <a:lnSpc>
                <a:spcPts val="6304"/>
              </a:lnSpc>
            </a:pPr>
            <a:r>
              <a:rPr lang="en-US" sz="3502">
                <a:solidFill>
                  <a:srgbClr val="000000"/>
                </a:solidFill>
                <a:latin typeface="Helvetica"/>
                <a:ea typeface="Helvetica"/>
                <a:cs typeface="Helvetica"/>
                <a:sym typeface="Helvetica"/>
              </a:rPr>
              <a:t>In this way, you will remember</a:t>
            </a:r>
          </a:p>
          <a:p>
            <a:pPr algn="l">
              <a:lnSpc>
                <a:spcPts val="6304"/>
              </a:lnSpc>
            </a:pPr>
            <a:r>
              <a:rPr lang="en-US" sz="3502">
                <a:solidFill>
                  <a:srgbClr val="000000"/>
                </a:solidFill>
                <a:latin typeface="Helvetica"/>
                <a:ea typeface="Helvetica"/>
                <a:cs typeface="Helvetica"/>
                <a:sym typeface="Helvetica"/>
              </a:rPr>
              <a:t>and do all My mitzvot, </a:t>
            </a:r>
          </a:p>
          <a:p>
            <a:pPr algn="l">
              <a:lnSpc>
                <a:spcPts val="6304"/>
              </a:lnSpc>
            </a:pPr>
            <a:r>
              <a:rPr lang="en-US" sz="3502">
                <a:solidFill>
                  <a:srgbClr val="000000"/>
                </a:solidFill>
                <a:latin typeface="Helvetica"/>
                <a:ea typeface="Helvetica"/>
                <a:cs typeface="Helvetica"/>
                <a:sym typeface="Helvetica"/>
              </a:rPr>
              <a:t>and you will be holy</a:t>
            </a:r>
          </a:p>
          <a:p>
            <a:pPr algn="l">
              <a:lnSpc>
                <a:spcPts val="6304"/>
              </a:lnSpc>
            </a:pPr>
            <a:r>
              <a:rPr lang="en-US" sz="3502">
                <a:solidFill>
                  <a:srgbClr val="000000"/>
                </a:solidFill>
                <a:latin typeface="Helvetica"/>
                <a:ea typeface="Helvetica"/>
                <a:cs typeface="Helvetica"/>
                <a:sym typeface="Helvetica"/>
              </a:rPr>
              <a:t>to your God.</a:t>
            </a:r>
          </a:p>
          <a:p>
            <a:pPr algn="l">
              <a:lnSpc>
                <a:spcPts val="6304"/>
              </a:lnSpc>
            </a:pPr>
            <a:r>
              <a:rPr lang="en-US" sz="3502">
                <a:solidFill>
                  <a:srgbClr val="000000"/>
                </a:solidFill>
                <a:latin typeface="Helvetica"/>
                <a:ea typeface="Helvetica"/>
                <a:cs typeface="Helvetica"/>
                <a:sym typeface="Helvetica"/>
              </a:rPr>
              <a:t> </a:t>
            </a:r>
          </a:p>
          <a:p>
            <a:pPr algn="l">
              <a:lnSpc>
                <a:spcPts val="6304"/>
              </a:lnSpc>
            </a:pPr>
            <a:r>
              <a:rPr lang="en-US" sz="3502">
                <a:solidFill>
                  <a:srgbClr val="000000"/>
                </a:solidFill>
                <a:latin typeface="Helvetica"/>
                <a:ea typeface="Helvetica"/>
                <a:cs typeface="Helvetica"/>
                <a:sym typeface="Helvetica"/>
              </a:rPr>
              <a:t>I am Adonai your God</a:t>
            </a:r>
          </a:p>
          <a:p>
            <a:pPr algn="l">
              <a:lnSpc>
                <a:spcPts val="6304"/>
              </a:lnSpc>
            </a:pPr>
            <a:r>
              <a:rPr lang="en-US" sz="3502">
                <a:solidFill>
                  <a:srgbClr val="000000"/>
                </a:solidFill>
                <a:latin typeface="Helvetica"/>
                <a:ea typeface="Helvetica"/>
                <a:cs typeface="Helvetica"/>
                <a:sym typeface="Helvetica"/>
              </a:rPr>
              <a:t>who brought you out of</a:t>
            </a:r>
          </a:p>
          <a:p>
            <a:pPr algn="l">
              <a:lnSpc>
                <a:spcPts val="6304"/>
              </a:lnSpc>
            </a:pPr>
            <a:r>
              <a:rPr lang="en-US" sz="3502">
                <a:solidFill>
                  <a:srgbClr val="000000"/>
                </a:solidFill>
                <a:latin typeface="Helvetica"/>
                <a:ea typeface="Helvetica"/>
                <a:cs typeface="Helvetica"/>
                <a:sym typeface="Helvetica"/>
              </a:rPr>
              <a:t>the land of Egypt </a:t>
            </a:r>
          </a:p>
          <a:p>
            <a:pPr algn="l">
              <a:lnSpc>
                <a:spcPts val="6304"/>
              </a:lnSpc>
            </a:pPr>
            <a:r>
              <a:rPr lang="en-US" sz="3502">
                <a:solidFill>
                  <a:srgbClr val="000000"/>
                </a:solidFill>
                <a:latin typeface="Helvetica"/>
                <a:ea typeface="Helvetica"/>
                <a:cs typeface="Helvetica"/>
                <a:sym typeface="Helvetica"/>
              </a:rPr>
              <a:t>to be your God. </a:t>
            </a:r>
          </a:p>
          <a:p>
            <a:pPr algn="l">
              <a:lnSpc>
                <a:spcPts val="6304"/>
              </a:lnSpc>
            </a:pPr>
            <a:r>
              <a:rPr lang="en-US" sz="3502">
                <a:solidFill>
                  <a:srgbClr val="000000"/>
                </a:solidFill>
                <a:latin typeface="Helvetica"/>
                <a:ea typeface="Helvetica"/>
                <a:cs typeface="Helvetica"/>
                <a:sym typeface="Helvetica"/>
              </a:rPr>
              <a:t>I am Adonai your God.</a:t>
            </a:r>
          </a:p>
        </p:txBody>
      </p:sp>
      <p:sp>
        <p:nvSpPr>
          <p:cNvPr id="10" name="TextBox 10"/>
          <p:cNvSpPr txBox="1"/>
          <p:nvPr/>
        </p:nvSpPr>
        <p:spPr>
          <a:xfrm>
            <a:off x="11619329" y="879298"/>
            <a:ext cx="5822501" cy="8774430"/>
          </a:xfrm>
          <a:prstGeom prst="rect">
            <a:avLst/>
          </a:prstGeom>
        </p:spPr>
        <p:txBody>
          <a:bodyPr lIns="0" tIns="0" rIns="0" bIns="0" rtlCol="0" anchor="t">
            <a:spAutoFit/>
          </a:bodyPr>
          <a:lstStyle/>
          <a:p>
            <a:pPr algn="r" rtl="1">
              <a:lnSpc>
                <a:spcPts val="6300"/>
              </a:lnSpc>
            </a:pPr>
            <a:r>
              <a:rPr lang="he-IL" sz="4200">
                <a:solidFill>
                  <a:srgbClr val="000000"/>
                </a:solidFill>
                <a:latin typeface="David Libre"/>
                <a:ea typeface="David Libre"/>
                <a:cs typeface="David Libre"/>
                <a:sym typeface="David Libre"/>
                <a:rtl/>
              </a:rPr>
              <a:t>לְמַ</a:t>
            </a:r>
            <a:r>
              <a:rPr lang="ar-EG" sz="4200">
                <a:solidFill>
                  <a:srgbClr val="000000"/>
                </a:solidFill>
                <a:latin typeface="David Libre"/>
                <a:ea typeface="David Libre"/>
                <a:cs typeface="David Libre"/>
                <a:sym typeface="David Libre"/>
                <a:rtl/>
              </a:rPr>
              <a:t>ֽעַן תִּזְכְּ֒רוּ </a:t>
            </a:r>
          </a:p>
          <a:p>
            <a:pPr algn="r" rtl="1">
              <a:lnSpc>
                <a:spcPts val="6300"/>
              </a:lnSpc>
            </a:pPr>
            <a:r>
              <a:rPr lang="he-IL" sz="4200">
                <a:solidFill>
                  <a:srgbClr val="000000"/>
                </a:solidFill>
                <a:latin typeface="David Libre"/>
                <a:ea typeface="David Libre"/>
                <a:cs typeface="David Libre"/>
                <a:sym typeface="David Libre"/>
                <a:rtl/>
              </a:rPr>
              <a:t>וַעֲשִׂיתֶם֯ אֶ֯ת־כָּל־מִצְוֹתָי</a:t>
            </a:r>
          </a:p>
          <a:p>
            <a:pPr algn="r" rtl="1">
              <a:lnSpc>
                <a:spcPts val="6300"/>
              </a:lnSpc>
            </a:pPr>
            <a:r>
              <a:rPr lang="he-IL" sz="4200">
                <a:solidFill>
                  <a:srgbClr val="000000"/>
                </a:solidFill>
                <a:latin typeface="David Libre"/>
                <a:ea typeface="David Libre"/>
                <a:cs typeface="David Libre"/>
                <a:sym typeface="David Libre"/>
                <a:rtl/>
              </a:rPr>
              <a:t>וִהְיִיתֶם קְדשִׁים </a:t>
            </a:r>
          </a:p>
          <a:p>
            <a:pPr algn="r" rtl="1">
              <a:lnSpc>
                <a:spcPts val="6300"/>
              </a:lnSpc>
            </a:pPr>
            <a:r>
              <a:rPr lang="he-IL" sz="4200">
                <a:solidFill>
                  <a:srgbClr val="000000"/>
                </a:solidFill>
                <a:latin typeface="David Libre"/>
                <a:ea typeface="David Libre"/>
                <a:cs typeface="David Libre"/>
                <a:sym typeface="David Libre"/>
                <a:rtl/>
              </a:rPr>
              <a:t>לֵאלֹהֵיכֶם.</a:t>
            </a:r>
          </a:p>
          <a:p>
            <a:pPr algn="r" rtl="1">
              <a:lnSpc>
                <a:spcPts val="6300"/>
              </a:lnSpc>
            </a:pPr>
            <a:endParaRPr lang="he-IL" sz="4200">
              <a:solidFill>
                <a:srgbClr val="000000"/>
              </a:solidFill>
              <a:latin typeface="David Libre"/>
              <a:ea typeface="David Libre"/>
              <a:cs typeface="David Libre"/>
              <a:sym typeface="David Libre"/>
              <a:rtl/>
            </a:endParaRPr>
          </a:p>
          <a:p>
            <a:pPr algn="r" rtl="1">
              <a:lnSpc>
                <a:spcPts val="6300"/>
              </a:lnSpc>
            </a:pPr>
            <a:r>
              <a:rPr lang="he-IL" sz="4200">
                <a:solidFill>
                  <a:srgbClr val="000000"/>
                </a:solidFill>
                <a:latin typeface="David Libre"/>
                <a:ea typeface="David Libre"/>
                <a:cs typeface="David Libre"/>
                <a:sym typeface="David Libre"/>
                <a:rtl/>
              </a:rPr>
              <a:t>אֲנִי יְהֹוָה אֱלֹהֵיכֶם֯ </a:t>
            </a:r>
          </a:p>
          <a:p>
            <a:pPr algn="r" rtl="1">
              <a:lnSpc>
                <a:spcPts val="6300"/>
              </a:lnSpc>
            </a:pPr>
            <a:r>
              <a:rPr lang="he-IL" sz="4200">
                <a:solidFill>
                  <a:srgbClr val="000000"/>
                </a:solidFill>
                <a:latin typeface="David Libre"/>
                <a:ea typeface="David Libre"/>
                <a:cs typeface="David Libre"/>
                <a:sym typeface="David Libre"/>
                <a:rtl/>
              </a:rPr>
              <a:t>אֲ֯שֶׁר הוֹצֵֽאתִי אֶתְכֶם֯ </a:t>
            </a:r>
          </a:p>
          <a:p>
            <a:pPr algn="r" rtl="1">
              <a:lnSpc>
                <a:spcPts val="6300"/>
              </a:lnSpc>
            </a:pPr>
            <a:r>
              <a:rPr lang="he-IL" sz="4200">
                <a:solidFill>
                  <a:srgbClr val="000000"/>
                </a:solidFill>
                <a:latin typeface="David Libre"/>
                <a:ea typeface="David Libre"/>
                <a:cs typeface="David Libre"/>
                <a:sym typeface="David Libre"/>
                <a:rtl/>
              </a:rPr>
              <a:t>מֵ֯אֶֽרֶץ מִצְרַֽיִם </a:t>
            </a:r>
          </a:p>
          <a:p>
            <a:pPr algn="r" rtl="1">
              <a:lnSpc>
                <a:spcPts val="6300"/>
              </a:lnSpc>
            </a:pPr>
            <a:r>
              <a:rPr lang="he-IL" sz="4200">
                <a:solidFill>
                  <a:srgbClr val="000000"/>
                </a:solidFill>
                <a:latin typeface="David Libre"/>
                <a:ea typeface="David Libre"/>
                <a:cs typeface="David Libre"/>
                <a:sym typeface="David Libre"/>
                <a:rtl/>
              </a:rPr>
              <a:t>לִהְיוֹת לָכֶם לֵאלֹהִים֯ </a:t>
            </a:r>
          </a:p>
          <a:p>
            <a:pPr algn="r" rtl="1">
              <a:lnSpc>
                <a:spcPts val="6300"/>
              </a:lnSpc>
            </a:pPr>
            <a:r>
              <a:rPr lang="he-IL" sz="4200">
                <a:solidFill>
                  <a:srgbClr val="000000"/>
                </a:solidFill>
                <a:latin typeface="David Libre"/>
                <a:ea typeface="David Libre"/>
                <a:cs typeface="David Libre"/>
                <a:sym typeface="David Libre"/>
                <a:rtl/>
              </a:rPr>
              <a:t>אֲ֯נִי יְהֹוָה אֱלֹהֵיכֶם֯.</a:t>
            </a:r>
          </a:p>
          <a:p>
            <a:pPr algn="r">
              <a:lnSpc>
                <a:spcPts val="6300"/>
              </a:lnSpc>
            </a:pPr>
            <a:endParaRPr lang="he-IL" sz="4200">
              <a:solidFill>
                <a:srgbClr val="000000"/>
              </a:solidFill>
              <a:latin typeface="David Libre"/>
              <a:ea typeface="David Libre"/>
              <a:cs typeface="David Libre"/>
              <a:sym typeface="David Libre"/>
              <a:rtl/>
            </a:endParaRPr>
          </a:p>
        </p:txBody>
      </p:sp>
      <p:grpSp>
        <p:nvGrpSpPr>
          <p:cNvPr id="11" name="Group 11"/>
          <p:cNvGrpSpPr>
            <a:grpSpLocks noChangeAspect="1"/>
          </p:cNvGrpSpPr>
          <p:nvPr/>
        </p:nvGrpSpPr>
        <p:grpSpPr>
          <a:xfrm>
            <a:off x="8217396" y="3963816"/>
            <a:ext cx="2122027" cy="5889298"/>
            <a:chOff x="0" y="0"/>
            <a:chExt cx="1744937" cy="4842753"/>
          </a:xfrm>
        </p:grpSpPr>
        <p:sp>
          <p:nvSpPr>
            <p:cNvPr id="12" name="Freeform 12"/>
            <p:cNvSpPr/>
            <p:nvPr/>
          </p:nvSpPr>
          <p:spPr>
            <a:xfrm>
              <a:off x="0" y="0"/>
              <a:ext cx="1744980" cy="4842764"/>
            </a:xfrm>
            <a:custGeom>
              <a:avLst/>
              <a:gdLst/>
              <a:ahLst/>
              <a:cxnLst/>
              <a:rect l="l" t="t" r="r" b="b"/>
              <a:pathLst>
                <a:path w="1744980" h="4842764">
                  <a:moveTo>
                    <a:pt x="0" y="0"/>
                  </a:moveTo>
                  <a:lnTo>
                    <a:pt x="1744980" y="0"/>
                  </a:lnTo>
                  <a:lnTo>
                    <a:pt x="1744980" y="4842764"/>
                  </a:lnTo>
                  <a:lnTo>
                    <a:pt x="0" y="4842764"/>
                  </a:lnTo>
                  <a:lnTo>
                    <a:pt x="0" y="0"/>
                  </a:lnTo>
                  <a:close/>
                </a:path>
              </a:pathLst>
            </a:custGeom>
            <a:blipFill>
              <a:blip r:embed="rId3"/>
              <a:stretch>
                <a:fillRect t="-82" r="2" b="-82"/>
              </a:stretch>
            </a:blipFill>
          </p:spPr>
          <p:txBody>
            <a:bodyPr/>
            <a:lstStyle/>
            <a:p>
              <a:endParaRPr lang="en-US"/>
            </a:p>
          </p:txBody>
        </p:sp>
      </p:gr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A3367"/>
        </a:solidFill>
        <a:effectLst/>
      </p:bgPr>
    </p:bg>
    <p:spTree>
      <p:nvGrpSpPr>
        <p:cNvPr id="1" name=""/>
        <p:cNvGrpSpPr/>
        <p:nvPr/>
      </p:nvGrpSpPr>
      <p:grpSpPr>
        <a:xfrm>
          <a:off x="0" y="0"/>
          <a:ext cx="0" cy="0"/>
          <a:chOff x="0" y="0"/>
          <a:chExt cx="0" cy="0"/>
        </a:xfrm>
      </p:grpSpPr>
      <p:grpSp>
        <p:nvGrpSpPr>
          <p:cNvPr id="2" name="Group 2"/>
          <p:cNvGrpSpPr/>
          <p:nvPr/>
        </p:nvGrpSpPr>
        <p:grpSpPr>
          <a:xfrm>
            <a:off x="2270927" y="-15073"/>
            <a:ext cx="13722700" cy="517826"/>
            <a:chOff x="0" y="0"/>
            <a:chExt cx="13011153" cy="490976"/>
          </a:xfrm>
        </p:grpSpPr>
        <p:sp>
          <p:nvSpPr>
            <p:cNvPr id="3" name="Freeform 3"/>
            <p:cNvSpPr/>
            <p:nvPr/>
          </p:nvSpPr>
          <p:spPr>
            <a:xfrm>
              <a:off x="1651" y="1651"/>
              <a:ext cx="13007975" cy="487680"/>
            </a:xfrm>
            <a:custGeom>
              <a:avLst/>
              <a:gdLst/>
              <a:ahLst/>
              <a:cxnLst/>
              <a:rect l="l" t="t" r="r" b="b"/>
              <a:pathLst>
                <a:path w="13007975" h="487680">
                  <a:moveTo>
                    <a:pt x="0" y="0"/>
                  </a:moveTo>
                  <a:lnTo>
                    <a:pt x="13007975" y="0"/>
                  </a:lnTo>
                  <a:lnTo>
                    <a:pt x="13007975" y="487680"/>
                  </a:lnTo>
                  <a:lnTo>
                    <a:pt x="0" y="487680"/>
                  </a:lnTo>
                  <a:close/>
                </a:path>
              </a:pathLst>
            </a:custGeom>
            <a:solidFill>
              <a:srgbClr val="00696B"/>
            </a:solidFill>
          </p:spPr>
          <p:txBody>
            <a:bodyPr/>
            <a:lstStyle/>
            <a:p>
              <a:endParaRPr lang="en-US"/>
            </a:p>
          </p:txBody>
        </p:sp>
      </p:grpSp>
      <p:grpSp>
        <p:nvGrpSpPr>
          <p:cNvPr id="4" name="Group 4"/>
          <p:cNvGrpSpPr/>
          <p:nvPr/>
        </p:nvGrpSpPr>
        <p:grpSpPr>
          <a:xfrm>
            <a:off x="2270927" y="10115507"/>
            <a:ext cx="13722700" cy="175700"/>
            <a:chOff x="0" y="0"/>
            <a:chExt cx="13011153" cy="166590"/>
          </a:xfrm>
        </p:grpSpPr>
        <p:sp>
          <p:nvSpPr>
            <p:cNvPr id="5" name="Freeform 5"/>
            <p:cNvSpPr/>
            <p:nvPr/>
          </p:nvSpPr>
          <p:spPr>
            <a:xfrm>
              <a:off x="1651" y="1651"/>
              <a:ext cx="13007975" cy="163322"/>
            </a:xfrm>
            <a:custGeom>
              <a:avLst/>
              <a:gdLst/>
              <a:ahLst/>
              <a:cxnLst/>
              <a:rect l="l" t="t" r="r" b="b"/>
              <a:pathLst>
                <a:path w="13007975" h="163322">
                  <a:moveTo>
                    <a:pt x="0" y="0"/>
                  </a:moveTo>
                  <a:lnTo>
                    <a:pt x="13007975" y="0"/>
                  </a:lnTo>
                  <a:lnTo>
                    <a:pt x="13007975" y="163322"/>
                  </a:lnTo>
                  <a:lnTo>
                    <a:pt x="0" y="163322"/>
                  </a:lnTo>
                  <a:close/>
                </a:path>
              </a:pathLst>
            </a:custGeom>
            <a:solidFill>
              <a:srgbClr val="00696B"/>
            </a:solidFill>
          </p:spPr>
          <p:txBody>
            <a:bodyPr/>
            <a:lstStyle/>
            <a:p>
              <a:endParaRPr lang="en-US"/>
            </a:p>
          </p:txBody>
        </p:sp>
      </p:grpSp>
      <p:grpSp>
        <p:nvGrpSpPr>
          <p:cNvPr id="6" name="Group 6"/>
          <p:cNvGrpSpPr/>
          <p:nvPr/>
        </p:nvGrpSpPr>
        <p:grpSpPr>
          <a:xfrm>
            <a:off x="12934" y="-15940"/>
            <a:ext cx="18283533" cy="517826"/>
            <a:chOff x="0" y="0"/>
            <a:chExt cx="13011153" cy="490976"/>
          </a:xfrm>
        </p:grpSpPr>
        <p:sp>
          <p:nvSpPr>
            <p:cNvPr id="7" name="Freeform 7"/>
            <p:cNvSpPr/>
            <p:nvPr/>
          </p:nvSpPr>
          <p:spPr>
            <a:xfrm>
              <a:off x="1651" y="1651"/>
              <a:ext cx="13007975" cy="487680"/>
            </a:xfrm>
            <a:custGeom>
              <a:avLst/>
              <a:gdLst/>
              <a:ahLst/>
              <a:cxnLst/>
              <a:rect l="l" t="t" r="r" b="b"/>
              <a:pathLst>
                <a:path w="13007975" h="487680">
                  <a:moveTo>
                    <a:pt x="0" y="0"/>
                  </a:moveTo>
                  <a:lnTo>
                    <a:pt x="13007975" y="0"/>
                  </a:lnTo>
                  <a:lnTo>
                    <a:pt x="13007975" y="487680"/>
                  </a:lnTo>
                  <a:lnTo>
                    <a:pt x="0" y="487680"/>
                  </a:lnTo>
                  <a:close/>
                </a:path>
              </a:pathLst>
            </a:custGeom>
            <a:solidFill>
              <a:srgbClr val="00696B"/>
            </a:solidFill>
          </p:spPr>
          <p:txBody>
            <a:bodyPr/>
            <a:lstStyle/>
            <a:p>
              <a:endParaRPr lang="en-US"/>
            </a:p>
          </p:txBody>
        </p:sp>
      </p:grpSp>
      <p:sp>
        <p:nvSpPr>
          <p:cNvPr id="9" name="Freeform 9"/>
          <p:cNvSpPr/>
          <p:nvPr/>
        </p:nvSpPr>
        <p:spPr>
          <a:xfrm>
            <a:off x="13730519" y="56625"/>
            <a:ext cx="2263109" cy="490065"/>
          </a:xfrm>
          <a:custGeom>
            <a:avLst/>
            <a:gdLst/>
            <a:ahLst/>
            <a:cxnLst/>
            <a:rect l="l" t="t" r="r" b="b"/>
            <a:pathLst>
              <a:path w="2145762" h="464654">
                <a:moveTo>
                  <a:pt x="0" y="0"/>
                </a:moveTo>
                <a:lnTo>
                  <a:pt x="2145762" y="0"/>
                </a:lnTo>
                <a:lnTo>
                  <a:pt x="2145762" y="464654"/>
                </a:lnTo>
                <a:lnTo>
                  <a:pt x="0" y="464654"/>
                </a:lnTo>
                <a:close/>
              </a:path>
            </a:pathLst>
          </a:custGeom>
        </p:spPr>
        <p:txBody>
          <a:bodyPr/>
          <a:lstStyle/>
          <a:p>
            <a:endParaRPr lang="en-US"/>
          </a:p>
        </p:txBody>
      </p:sp>
      <p:grpSp>
        <p:nvGrpSpPr>
          <p:cNvPr id="11" name="Group 11"/>
          <p:cNvGrpSpPr/>
          <p:nvPr/>
        </p:nvGrpSpPr>
        <p:grpSpPr>
          <a:xfrm>
            <a:off x="0" y="10114749"/>
            <a:ext cx="18288000" cy="172252"/>
            <a:chOff x="0" y="0"/>
            <a:chExt cx="13011153" cy="166590"/>
          </a:xfrm>
        </p:grpSpPr>
        <p:sp>
          <p:nvSpPr>
            <p:cNvPr id="12" name="Freeform 12"/>
            <p:cNvSpPr/>
            <p:nvPr/>
          </p:nvSpPr>
          <p:spPr>
            <a:xfrm>
              <a:off x="1651" y="1651"/>
              <a:ext cx="13007975" cy="163322"/>
            </a:xfrm>
            <a:custGeom>
              <a:avLst/>
              <a:gdLst/>
              <a:ahLst/>
              <a:cxnLst/>
              <a:rect l="l" t="t" r="r" b="b"/>
              <a:pathLst>
                <a:path w="13007975" h="163322">
                  <a:moveTo>
                    <a:pt x="0" y="0"/>
                  </a:moveTo>
                  <a:lnTo>
                    <a:pt x="13007975" y="0"/>
                  </a:lnTo>
                  <a:lnTo>
                    <a:pt x="13007975" y="163322"/>
                  </a:lnTo>
                  <a:lnTo>
                    <a:pt x="0" y="163322"/>
                  </a:lnTo>
                  <a:close/>
                </a:path>
              </a:pathLst>
            </a:custGeom>
            <a:solidFill>
              <a:srgbClr val="00696B"/>
            </a:solidFill>
          </p:spPr>
          <p:txBody>
            <a:bodyPr/>
            <a:lstStyle/>
            <a:p>
              <a:endParaRPr lang="en-US"/>
            </a:p>
          </p:txBody>
        </p:sp>
      </p:grpSp>
      <p:sp>
        <p:nvSpPr>
          <p:cNvPr id="13" name="TextBox 13"/>
          <p:cNvSpPr txBox="1"/>
          <p:nvPr/>
        </p:nvSpPr>
        <p:spPr>
          <a:xfrm>
            <a:off x="2202459" y="8257325"/>
            <a:ext cx="8777784" cy="784786"/>
          </a:xfrm>
          <a:prstGeom prst="rect">
            <a:avLst/>
          </a:prstGeom>
        </p:spPr>
        <p:txBody>
          <a:bodyPr lIns="0" tIns="0" rIns="0" bIns="0" rtlCol="0" anchor="t">
            <a:spAutoFit/>
          </a:bodyPr>
          <a:lstStyle/>
          <a:p>
            <a:pPr algn="ctr">
              <a:lnSpc>
                <a:spcPts val="6458"/>
              </a:lnSpc>
            </a:pPr>
            <a:r>
              <a:rPr lang="en-US" sz="3588" i="1" dirty="0">
                <a:solidFill>
                  <a:srgbClr val="F3D048"/>
                </a:solidFill>
                <a:latin typeface="Helvetica Italics"/>
                <a:ea typeface="Helvetica Italics"/>
                <a:cs typeface="Helvetica Italics"/>
                <a:sym typeface="Helvetica Italics"/>
              </a:rPr>
              <a:t>Adonai, </a:t>
            </a:r>
            <a:r>
              <a:rPr lang="en-US" sz="3588" i="1" dirty="0" err="1">
                <a:solidFill>
                  <a:srgbClr val="F3D048"/>
                </a:solidFill>
                <a:latin typeface="Helvetica Italics"/>
                <a:ea typeface="Helvetica Italics"/>
                <a:cs typeface="Helvetica Italics"/>
                <a:sym typeface="Helvetica Italics"/>
              </a:rPr>
              <a:t>s'fatai</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tiftach</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ufi</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yagid</a:t>
            </a:r>
            <a:r>
              <a:rPr lang="en-US" sz="3588" i="1" dirty="0">
                <a:solidFill>
                  <a:srgbClr val="F3D048"/>
                </a:solidFill>
                <a:latin typeface="Helvetica Italics"/>
                <a:ea typeface="Helvetica Italics"/>
                <a:cs typeface="Helvetica Italics"/>
                <a:sym typeface="Helvetica Italics"/>
              </a:rPr>
              <a:t> </a:t>
            </a:r>
            <a:r>
              <a:rPr lang="en-US" sz="3588" i="1" dirty="0" err="1">
                <a:solidFill>
                  <a:srgbClr val="F3D048"/>
                </a:solidFill>
                <a:latin typeface="Helvetica Italics"/>
                <a:ea typeface="Helvetica Italics"/>
                <a:cs typeface="Helvetica Italics"/>
                <a:sym typeface="Helvetica Italics"/>
              </a:rPr>
              <a:t>t'hilatecha</a:t>
            </a:r>
            <a:r>
              <a:rPr lang="en-US" sz="3588" i="1" dirty="0">
                <a:solidFill>
                  <a:srgbClr val="F3D048"/>
                </a:solidFill>
                <a:latin typeface="Helvetica Italics"/>
                <a:ea typeface="Helvetica Italics"/>
                <a:cs typeface="Helvetica Italics"/>
                <a:sym typeface="Helvetica Italics"/>
              </a:rPr>
              <a:t>.</a:t>
            </a:r>
          </a:p>
        </p:txBody>
      </p:sp>
      <p:grpSp>
        <p:nvGrpSpPr>
          <p:cNvPr id="14" name="Group 14"/>
          <p:cNvGrpSpPr>
            <a:grpSpLocks noChangeAspect="1"/>
          </p:cNvGrpSpPr>
          <p:nvPr/>
        </p:nvGrpSpPr>
        <p:grpSpPr>
          <a:xfrm>
            <a:off x="10958034" y="5223730"/>
            <a:ext cx="5035593" cy="4800810"/>
            <a:chOff x="0" y="0"/>
            <a:chExt cx="7397633" cy="7052721"/>
          </a:xfrm>
        </p:grpSpPr>
        <p:sp>
          <p:nvSpPr>
            <p:cNvPr id="15" name="Freeform 15"/>
            <p:cNvSpPr/>
            <p:nvPr/>
          </p:nvSpPr>
          <p:spPr>
            <a:xfrm>
              <a:off x="0" y="0"/>
              <a:ext cx="7397623" cy="7052691"/>
            </a:xfrm>
            <a:custGeom>
              <a:avLst/>
              <a:gdLst/>
              <a:ahLst/>
              <a:cxnLst/>
              <a:rect l="l" t="t" r="r" b="b"/>
              <a:pathLst>
                <a:path w="7397623" h="7052691">
                  <a:moveTo>
                    <a:pt x="0" y="0"/>
                  </a:moveTo>
                  <a:lnTo>
                    <a:pt x="7397623" y="0"/>
                  </a:lnTo>
                  <a:lnTo>
                    <a:pt x="7397623" y="7052691"/>
                  </a:lnTo>
                  <a:lnTo>
                    <a:pt x="0" y="7052691"/>
                  </a:lnTo>
                  <a:lnTo>
                    <a:pt x="0" y="0"/>
                  </a:lnTo>
                  <a:close/>
                </a:path>
              </a:pathLst>
            </a:custGeom>
            <a:blipFill>
              <a:blip r:embed="rId2"/>
              <a:stretch>
                <a:fillRect l="-1" r="-1"/>
              </a:stretch>
            </a:blipFill>
          </p:spPr>
          <p:txBody>
            <a:bodyPr/>
            <a:lstStyle/>
            <a:p>
              <a:endParaRPr lang="en-US"/>
            </a:p>
          </p:txBody>
        </p:sp>
      </p:grpSp>
      <p:grpSp>
        <p:nvGrpSpPr>
          <p:cNvPr id="16" name="Group 16"/>
          <p:cNvGrpSpPr>
            <a:grpSpLocks noChangeAspect="1"/>
          </p:cNvGrpSpPr>
          <p:nvPr/>
        </p:nvGrpSpPr>
        <p:grpSpPr>
          <a:xfrm>
            <a:off x="4545407" y="5960669"/>
            <a:ext cx="5569120" cy="1804018"/>
            <a:chOff x="0" y="0"/>
            <a:chExt cx="4094077" cy="1326204"/>
          </a:xfrm>
        </p:grpSpPr>
        <p:sp>
          <p:nvSpPr>
            <p:cNvPr id="17" name="Freeform 17"/>
            <p:cNvSpPr/>
            <p:nvPr/>
          </p:nvSpPr>
          <p:spPr>
            <a:xfrm>
              <a:off x="0" y="0"/>
              <a:ext cx="4094099" cy="1326261"/>
            </a:xfrm>
            <a:custGeom>
              <a:avLst/>
              <a:gdLst/>
              <a:ahLst/>
              <a:cxnLst/>
              <a:rect l="l" t="t" r="r" b="b"/>
              <a:pathLst>
                <a:path w="4094099" h="1326261">
                  <a:moveTo>
                    <a:pt x="0" y="0"/>
                  </a:moveTo>
                  <a:lnTo>
                    <a:pt x="4094099" y="0"/>
                  </a:lnTo>
                  <a:lnTo>
                    <a:pt x="4094099" y="1326261"/>
                  </a:lnTo>
                  <a:lnTo>
                    <a:pt x="0" y="1326261"/>
                  </a:lnTo>
                  <a:lnTo>
                    <a:pt x="0" y="0"/>
                  </a:lnTo>
                  <a:close/>
                </a:path>
              </a:pathLst>
            </a:custGeom>
            <a:blipFill>
              <a:blip r:embed="rId3"/>
              <a:stretch>
                <a:fillRect b="4"/>
              </a:stretch>
            </a:blipFill>
          </p:spPr>
          <p:txBody>
            <a:bodyPr/>
            <a:lstStyle/>
            <a:p>
              <a:endParaRPr lang="en-US"/>
            </a:p>
          </p:txBody>
        </p:sp>
      </p:grpSp>
      <p:grpSp>
        <p:nvGrpSpPr>
          <p:cNvPr id="18" name="Group 18"/>
          <p:cNvGrpSpPr>
            <a:grpSpLocks noChangeAspect="1"/>
          </p:cNvGrpSpPr>
          <p:nvPr/>
        </p:nvGrpSpPr>
        <p:grpSpPr>
          <a:xfrm>
            <a:off x="14032470" y="502754"/>
            <a:ext cx="1969530" cy="4720976"/>
            <a:chOff x="0" y="0"/>
            <a:chExt cx="1867406" cy="4476185"/>
          </a:xfrm>
        </p:grpSpPr>
        <p:sp>
          <p:nvSpPr>
            <p:cNvPr id="19" name="Freeform 19"/>
            <p:cNvSpPr/>
            <p:nvPr/>
          </p:nvSpPr>
          <p:spPr>
            <a:xfrm>
              <a:off x="0" y="0"/>
              <a:ext cx="1867408" cy="4476242"/>
            </a:xfrm>
            <a:custGeom>
              <a:avLst/>
              <a:gdLst/>
              <a:ahLst/>
              <a:cxnLst/>
              <a:rect l="l" t="t" r="r" b="b"/>
              <a:pathLst>
                <a:path w="1867408" h="4476242">
                  <a:moveTo>
                    <a:pt x="0" y="0"/>
                  </a:moveTo>
                  <a:lnTo>
                    <a:pt x="1867408" y="0"/>
                  </a:lnTo>
                  <a:lnTo>
                    <a:pt x="1867408" y="4476242"/>
                  </a:lnTo>
                  <a:lnTo>
                    <a:pt x="0" y="4476242"/>
                  </a:lnTo>
                  <a:lnTo>
                    <a:pt x="0" y="0"/>
                  </a:lnTo>
                  <a:close/>
                </a:path>
              </a:pathLst>
            </a:custGeom>
            <a:blipFill>
              <a:blip r:embed="rId4"/>
              <a:stretch>
                <a:fillRect b="1"/>
              </a:stretch>
            </a:blipFill>
          </p:spPr>
          <p:txBody>
            <a:bodyPr/>
            <a:lstStyle/>
            <a:p>
              <a:endParaRPr lang="en-US"/>
            </a:p>
          </p:txBody>
        </p:sp>
      </p:grpSp>
      <p:sp>
        <p:nvSpPr>
          <p:cNvPr id="23" name="TextBox 23"/>
          <p:cNvSpPr txBox="1"/>
          <p:nvPr/>
        </p:nvSpPr>
        <p:spPr>
          <a:xfrm>
            <a:off x="3314700" y="719166"/>
            <a:ext cx="9560765" cy="4050026"/>
          </a:xfrm>
          <a:prstGeom prst="rect">
            <a:avLst/>
          </a:prstGeom>
        </p:spPr>
        <p:txBody>
          <a:bodyPr lIns="0" tIns="0" rIns="0" bIns="0" rtlCol="0" anchor="t">
            <a:spAutoFit/>
          </a:bodyPr>
          <a:lstStyle/>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A thought has blown the market place away</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There is a song on the wind and joy in the trees</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Shabbat has arrived in the world</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Scattering a song in the silence of the night</a:t>
            </a:r>
          </a:p>
          <a:p>
            <a:pPr algn="ctr">
              <a:lnSpc>
                <a:spcPts val="6458"/>
              </a:lnSpc>
              <a:spcBef>
                <a:spcPct val="0"/>
              </a:spcBef>
            </a:pPr>
            <a:r>
              <a:rPr lang="en-US" sz="3588" i="1">
                <a:solidFill>
                  <a:srgbClr val="F3D048"/>
                </a:solidFill>
                <a:latin typeface="Helvetica Italics"/>
                <a:ea typeface="Helvetica Italics"/>
                <a:cs typeface="Helvetica Italics"/>
                <a:sym typeface="Helvetica Italics"/>
              </a:rPr>
              <a:t>And eternity utters a day (2x)</a:t>
            </a:r>
          </a:p>
        </p:txBody>
      </p:sp>
      <p:sp>
        <p:nvSpPr>
          <p:cNvPr id="24" name="TextBox 22">
            <a:extLst>
              <a:ext uri="{FF2B5EF4-FFF2-40B4-BE49-F238E27FC236}">
                <a16:creationId xmlns:a16="http://schemas.microsoft.com/office/drawing/2014/main" id="{77C47C40-BCF7-ACED-024B-7FE19EF906A3}"/>
              </a:ext>
            </a:extLst>
          </p:cNvPr>
          <p:cNvSpPr txBox="1"/>
          <p:nvPr/>
        </p:nvSpPr>
        <p:spPr>
          <a:xfrm>
            <a:off x="178769" y="55044"/>
            <a:ext cx="3019452" cy="467802"/>
          </a:xfrm>
          <a:prstGeom prst="rect">
            <a:avLst/>
          </a:prstGeom>
        </p:spPr>
        <p:txBody>
          <a:bodyPr lIns="0" tIns="0" rIns="0" bIns="0" rtlCol="0" anchor="ctr"/>
          <a:lstStyle/>
          <a:p>
            <a:pPr algn="l">
              <a:lnSpc>
                <a:spcPts val="3037"/>
              </a:lnSpc>
            </a:pPr>
            <a:r>
              <a:rPr lang="en-US" sz="2531" dirty="0">
                <a:solidFill>
                  <a:srgbClr val="F6CB58"/>
                </a:solidFill>
                <a:latin typeface="Helvetica"/>
                <a:ea typeface="Helvetica"/>
                <a:cs typeface="Helvetica"/>
                <a:sym typeface="Helvetica"/>
              </a:rPr>
              <a:t>Eternity Utters a Day</a:t>
            </a:r>
          </a:p>
        </p:txBody>
      </p:sp>
      <p:sp>
        <p:nvSpPr>
          <p:cNvPr id="25" name="TextBox 10">
            <a:extLst>
              <a:ext uri="{FF2B5EF4-FFF2-40B4-BE49-F238E27FC236}">
                <a16:creationId xmlns:a16="http://schemas.microsoft.com/office/drawing/2014/main" id="{FF3F6A40-7614-D592-2D4F-43104274625D}"/>
              </a:ext>
            </a:extLst>
          </p:cNvPr>
          <p:cNvSpPr txBox="1"/>
          <p:nvPr/>
        </p:nvSpPr>
        <p:spPr>
          <a:xfrm>
            <a:off x="15982892" y="1775"/>
            <a:ext cx="2263109" cy="510157"/>
          </a:xfrm>
          <a:prstGeom prst="rect">
            <a:avLst/>
          </a:prstGeom>
        </p:spPr>
        <p:txBody>
          <a:bodyPr lIns="0" tIns="0" rIns="0" bIns="0" rtlCol="0" anchor="ctr"/>
          <a:lstStyle/>
          <a:p>
            <a:pPr algn="ctr">
              <a:lnSpc>
                <a:spcPts val="3038"/>
              </a:lnSpc>
            </a:pPr>
            <a:r>
              <a:rPr lang="en-US" sz="2531" dirty="0">
                <a:solidFill>
                  <a:srgbClr val="F6CB58"/>
                </a:solidFill>
                <a:latin typeface="Helvetica"/>
                <a:ea typeface="Helvetica"/>
                <a:cs typeface="Helvetica"/>
                <a:sym typeface="Helvetica"/>
              </a:rPr>
              <a:t>Dan Nichols</a:t>
            </a:r>
          </a:p>
        </p:txBody>
      </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b="1">
                <a:solidFill>
                  <a:srgbClr val="FFFFFF"/>
                </a:solidFill>
                <a:latin typeface="Calibri (MS)"/>
                <a:cs typeface="Calibri (MS)"/>
              </a:rPr>
              <a:t>• Amidah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a:off x="-14288" y="9823185"/>
            <a:ext cx="18316575" cy="528041"/>
          </a:xfrm>
          <a:custGeom>
            <a:avLst/>
            <a:gdLst/>
            <a:ahLst/>
            <a:cxnLst/>
            <a:rect l="l" t="t" r="r" b="b"/>
            <a:pathLst>
              <a:path w="13004800" h="426720">
                <a:moveTo>
                  <a:pt x="0" y="0"/>
                </a:moveTo>
                <a:lnTo>
                  <a:pt x="13004800" y="0"/>
                </a:lnTo>
                <a:lnTo>
                  <a:pt x="13004800" y="426720"/>
                </a:lnTo>
                <a:lnTo>
                  <a:pt x="0" y="426720"/>
                </a:lnTo>
                <a:close/>
              </a:path>
            </a:pathLst>
          </a:custGeom>
          <a:solidFill>
            <a:srgbClr val="009999"/>
          </a:solidFill>
        </p:spPr>
        <p:txBody>
          <a:bodyPr/>
          <a:lstStyle/>
          <a:p>
            <a:endParaRPr lang="en-US" dirty="0"/>
          </a:p>
        </p:txBody>
      </p:sp>
      <p:sp>
        <p:nvSpPr>
          <p:cNvPr id="4" name="AutoShape 4"/>
          <p:cNvSpPr/>
          <p:nvPr/>
        </p:nvSpPr>
        <p:spPr>
          <a:xfrm rot="12410">
            <a:off x="3207504" y="1006043"/>
            <a:ext cx="11872990" cy="0"/>
          </a:xfrm>
          <a:prstGeom prst="line">
            <a:avLst/>
          </a:prstGeom>
          <a:ln w="28575" cap="rnd">
            <a:solidFill>
              <a:srgbClr val="ED7D31"/>
            </a:solidFill>
            <a:prstDash val="solid"/>
            <a:headEnd type="none" w="sm" len="sm"/>
            <a:tailEnd type="none" w="sm" len="sm"/>
          </a:ln>
        </p:spPr>
        <p:txBody>
          <a:bodyPr/>
          <a:lstStyle/>
          <a:p>
            <a:endParaRPr lang="en-US"/>
          </a:p>
        </p:txBody>
      </p:sp>
      <p:sp>
        <p:nvSpPr>
          <p:cNvPr id="8" name="Freeform 8"/>
          <p:cNvSpPr/>
          <p:nvPr/>
        </p:nvSpPr>
        <p:spPr>
          <a:xfrm>
            <a:off x="6829425" y="9607678"/>
            <a:ext cx="4629150" cy="547688"/>
          </a:xfrm>
          <a:custGeom>
            <a:avLst/>
            <a:gdLst/>
            <a:ahLst/>
            <a:cxnLst/>
            <a:rect l="l" t="t" r="r" b="b"/>
            <a:pathLst>
              <a:path w="4389120" h="519289">
                <a:moveTo>
                  <a:pt x="0" y="0"/>
                </a:moveTo>
                <a:lnTo>
                  <a:pt x="4389120" y="0"/>
                </a:lnTo>
                <a:lnTo>
                  <a:pt x="4389120" y="519289"/>
                </a:lnTo>
                <a:lnTo>
                  <a:pt x="0" y="519289"/>
                </a:lnTo>
                <a:close/>
              </a:path>
            </a:pathLst>
          </a:custGeom>
        </p:spPr>
        <p:txBody>
          <a:bodyPr/>
          <a:lstStyle/>
          <a:p>
            <a:endParaRPr lang="en-US"/>
          </a:p>
        </p:txBody>
      </p:sp>
      <p:sp>
        <p:nvSpPr>
          <p:cNvPr id="10" name="TextBox 10"/>
          <p:cNvSpPr txBox="1"/>
          <p:nvPr/>
        </p:nvSpPr>
        <p:spPr>
          <a:xfrm>
            <a:off x="2959864" y="1980241"/>
            <a:ext cx="12221385" cy="7190780"/>
          </a:xfrm>
          <a:prstGeom prst="rect">
            <a:avLst/>
          </a:prstGeom>
        </p:spPr>
        <p:txBody>
          <a:bodyPr lIns="0" tIns="0" rIns="0" bIns="0" rtlCol="0" anchor="t">
            <a:spAutoFit/>
          </a:bodyPr>
          <a:lstStyle/>
          <a:p>
            <a:pPr algn="ctr">
              <a:lnSpc>
                <a:spcPts val="4504"/>
              </a:lnSpc>
            </a:pPr>
            <a:r>
              <a:rPr lang="en-US" sz="3753">
                <a:solidFill>
                  <a:srgbClr val="000000"/>
                </a:solidFill>
                <a:latin typeface="Helvetica"/>
                <a:ea typeface="Helvetica"/>
                <a:cs typeface="Helvetica"/>
                <a:sym typeface="Helvetica"/>
              </a:rPr>
              <a:t>Please RISE and open your siddur to the following page</a:t>
            </a:r>
          </a:p>
          <a:p>
            <a:pPr algn="ctr">
              <a:lnSpc>
                <a:spcPts val="7078"/>
              </a:lnSpc>
            </a:pPr>
            <a:endParaRPr lang="en-US" sz="3753">
              <a:solidFill>
                <a:srgbClr val="000000"/>
              </a:solidFill>
              <a:latin typeface="Helvetica"/>
              <a:ea typeface="Helvetica"/>
              <a:cs typeface="Helvetica"/>
              <a:sym typeface="Helvetica"/>
            </a:endParaRPr>
          </a:p>
          <a:p>
            <a:pPr algn="ctr">
              <a:lnSpc>
                <a:spcPts val="7078"/>
              </a:lnSpc>
            </a:pPr>
            <a:r>
              <a:rPr lang="en-US" sz="5898">
                <a:solidFill>
                  <a:srgbClr val="008C95"/>
                </a:solidFill>
                <a:latin typeface="Helvetica"/>
                <a:ea typeface="Helvetica"/>
                <a:cs typeface="Helvetica"/>
                <a:sym typeface="Helvetica"/>
              </a:rPr>
              <a:t>Adonai S’fatai</a:t>
            </a:r>
            <a:r>
              <a:rPr lang="en-US" sz="5898">
                <a:solidFill>
                  <a:srgbClr val="000000"/>
                </a:solidFill>
                <a:latin typeface="Helvetica"/>
                <a:ea typeface="Helvetica"/>
                <a:cs typeface="Helvetica"/>
                <a:sym typeface="Helvetica"/>
              </a:rPr>
              <a:t> 124 or </a:t>
            </a:r>
            <a:r>
              <a:rPr lang="en-US" sz="5898">
                <a:solidFill>
                  <a:srgbClr val="008C95"/>
                </a:solidFill>
                <a:latin typeface="Helvetica"/>
                <a:ea typeface="Helvetica"/>
                <a:cs typeface="Helvetica"/>
                <a:sym typeface="Helvetica"/>
              </a:rPr>
              <a:t>98</a:t>
            </a:r>
          </a:p>
          <a:p>
            <a:pPr algn="ctr">
              <a:lnSpc>
                <a:spcPts val="7078"/>
              </a:lnSpc>
            </a:pPr>
            <a:r>
              <a:rPr lang="en-US" sz="5898">
                <a:solidFill>
                  <a:srgbClr val="008C95"/>
                </a:solidFill>
                <a:latin typeface="Helvetica"/>
                <a:ea typeface="Helvetica"/>
                <a:cs typeface="Helvetica"/>
                <a:sym typeface="Helvetica"/>
              </a:rPr>
              <a:t>Avot </a:t>
            </a:r>
            <a:r>
              <a:rPr lang="en-US" sz="5898">
                <a:solidFill>
                  <a:srgbClr val="000000"/>
                </a:solidFill>
                <a:latin typeface="Helvetica"/>
                <a:ea typeface="Helvetica"/>
                <a:cs typeface="Helvetica"/>
                <a:sym typeface="Helvetica"/>
              </a:rPr>
              <a:t>126 or </a:t>
            </a:r>
            <a:r>
              <a:rPr lang="en-US" sz="5898">
                <a:solidFill>
                  <a:srgbClr val="008C95"/>
                </a:solidFill>
                <a:latin typeface="Helvetica"/>
                <a:ea typeface="Helvetica"/>
                <a:cs typeface="Helvetica"/>
                <a:sym typeface="Helvetica"/>
              </a:rPr>
              <a:t>100</a:t>
            </a:r>
          </a:p>
          <a:p>
            <a:pPr algn="ctr">
              <a:lnSpc>
                <a:spcPts val="7078"/>
              </a:lnSpc>
            </a:pPr>
            <a:r>
              <a:rPr lang="en-US" sz="5898">
                <a:solidFill>
                  <a:srgbClr val="008C95"/>
                </a:solidFill>
                <a:latin typeface="Helvetica"/>
                <a:ea typeface="Helvetica"/>
                <a:cs typeface="Helvetica"/>
                <a:sym typeface="Helvetica"/>
              </a:rPr>
              <a:t>G’vurot</a:t>
            </a:r>
            <a:r>
              <a:rPr lang="en-US" sz="5898">
                <a:solidFill>
                  <a:srgbClr val="000000"/>
                </a:solidFill>
                <a:latin typeface="Helvetica"/>
                <a:ea typeface="Helvetica"/>
                <a:cs typeface="Helvetica"/>
                <a:sym typeface="Helvetica"/>
              </a:rPr>
              <a:t> 128 or </a:t>
            </a:r>
            <a:r>
              <a:rPr lang="en-US" sz="5898">
                <a:solidFill>
                  <a:srgbClr val="008C95"/>
                </a:solidFill>
                <a:latin typeface="Helvetica"/>
                <a:ea typeface="Helvetica"/>
                <a:cs typeface="Helvetica"/>
                <a:sym typeface="Helvetica"/>
              </a:rPr>
              <a:t>102</a:t>
            </a:r>
          </a:p>
          <a:p>
            <a:pPr algn="ctr">
              <a:lnSpc>
                <a:spcPts val="7078"/>
              </a:lnSpc>
            </a:pPr>
            <a:r>
              <a:rPr lang="en-US" sz="5898">
                <a:solidFill>
                  <a:srgbClr val="008C95"/>
                </a:solidFill>
                <a:latin typeface="Helvetica"/>
                <a:ea typeface="Helvetica"/>
                <a:cs typeface="Helvetica"/>
                <a:sym typeface="Helvetica"/>
              </a:rPr>
              <a:t>Kedushah</a:t>
            </a:r>
            <a:r>
              <a:rPr lang="en-US" sz="5898">
                <a:solidFill>
                  <a:srgbClr val="000000"/>
                </a:solidFill>
                <a:latin typeface="Helvetica"/>
                <a:ea typeface="Helvetica"/>
                <a:cs typeface="Helvetica"/>
                <a:sym typeface="Helvetica"/>
              </a:rPr>
              <a:t> 130 or </a:t>
            </a:r>
            <a:r>
              <a:rPr lang="en-US" sz="5898">
                <a:solidFill>
                  <a:srgbClr val="008C95"/>
                </a:solidFill>
                <a:latin typeface="Helvetica"/>
                <a:ea typeface="Helvetica"/>
                <a:cs typeface="Helvetica"/>
                <a:sym typeface="Helvetica"/>
              </a:rPr>
              <a:t>104</a:t>
            </a:r>
          </a:p>
          <a:p>
            <a:pPr algn="ctr">
              <a:lnSpc>
                <a:spcPts val="4826"/>
              </a:lnSpc>
            </a:pPr>
            <a:endParaRPr lang="en-US" sz="5898">
              <a:solidFill>
                <a:srgbClr val="008C95"/>
              </a:solidFill>
              <a:latin typeface="Helvetica"/>
              <a:ea typeface="Helvetica"/>
              <a:cs typeface="Helvetica"/>
              <a:sym typeface="Helvetica"/>
            </a:endParaRPr>
          </a:p>
          <a:p>
            <a:pPr algn="ctr">
              <a:lnSpc>
                <a:spcPts val="4826"/>
              </a:lnSpc>
            </a:pPr>
            <a:r>
              <a:rPr lang="en-US" sz="4021">
                <a:solidFill>
                  <a:srgbClr val="000000"/>
                </a:solidFill>
                <a:latin typeface="Helvetica"/>
                <a:ea typeface="Helvetica"/>
                <a:cs typeface="Helvetica"/>
                <a:sym typeface="Helvetica"/>
              </a:rPr>
              <a:t>Student siddur on the following page:</a:t>
            </a:r>
          </a:p>
          <a:p>
            <a:pPr algn="ctr">
              <a:lnSpc>
                <a:spcPts val="7078"/>
              </a:lnSpc>
            </a:pPr>
            <a:r>
              <a:rPr lang="en-US" sz="5898">
                <a:solidFill>
                  <a:srgbClr val="000000"/>
                </a:solidFill>
                <a:latin typeface="Helvetica"/>
                <a:ea typeface="Helvetica"/>
                <a:cs typeface="Helvetica"/>
                <a:sym typeface="Helvetica"/>
              </a:rPr>
              <a:t>10</a:t>
            </a:r>
          </a:p>
        </p:txBody>
      </p:sp>
      <p:sp>
        <p:nvSpPr>
          <p:cNvPr id="11" name="TextBox 11"/>
          <p:cNvSpPr txBox="1"/>
          <p:nvPr/>
        </p:nvSpPr>
        <p:spPr>
          <a:xfrm>
            <a:off x="2657835" y="262495"/>
            <a:ext cx="8644136" cy="528042"/>
          </a:xfrm>
          <a:prstGeom prst="rect">
            <a:avLst/>
          </a:prstGeom>
        </p:spPr>
        <p:txBody>
          <a:bodyPr lIns="0" tIns="0" rIns="0" bIns="0" rtlCol="0" anchor="t">
            <a:spAutoFit/>
          </a:bodyPr>
          <a:lstStyle/>
          <a:p>
            <a:pPr algn="l">
              <a:lnSpc>
                <a:spcPts val="4083"/>
              </a:lnSpc>
            </a:pPr>
            <a:r>
              <a:rPr lang="en-US" sz="3403" b="1">
                <a:solidFill>
                  <a:srgbClr val="002D72"/>
                </a:solidFill>
                <a:latin typeface="Helvetica Bold"/>
                <a:ea typeface="Helvetica Bold"/>
                <a:cs typeface="Helvetica Bold"/>
                <a:sym typeface="Helvetica Bold"/>
              </a:rPr>
              <a:t>Amidah</a:t>
            </a:r>
          </a:p>
        </p:txBody>
      </p:sp>
      <p:sp>
        <p:nvSpPr>
          <p:cNvPr id="12" name="TextBox 12"/>
          <p:cNvSpPr txBox="1"/>
          <p:nvPr/>
        </p:nvSpPr>
        <p:spPr>
          <a:xfrm>
            <a:off x="12500521" y="279759"/>
            <a:ext cx="3048000" cy="604540"/>
          </a:xfrm>
          <a:prstGeom prst="rect">
            <a:avLst/>
          </a:prstGeom>
        </p:spPr>
        <p:txBody>
          <a:bodyPr lIns="0" tIns="0" rIns="0" bIns="0" rtlCol="0" anchor="t">
            <a:spAutoFit/>
          </a:bodyPr>
          <a:lstStyle/>
          <a:p>
            <a:pPr algn="ctr" rtl="1">
              <a:lnSpc>
                <a:spcPts val="4555"/>
              </a:lnSpc>
              <a:spcBef>
                <a:spcPct val="0"/>
              </a:spcBef>
            </a:pPr>
            <a:r>
              <a:rPr lang="he-IL" sz="3796">
                <a:solidFill>
                  <a:srgbClr val="000000"/>
                </a:solidFill>
                <a:latin typeface="Helvetica"/>
                <a:ea typeface="Helvetica"/>
                <a:cs typeface="Helvetica"/>
                <a:sym typeface="Helvetica"/>
                <a:rtl/>
              </a:rPr>
              <a:t>עֲמִידָה</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8C95"/>
        </a:solidFill>
        <a:effectLst/>
      </p:bgPr>
    </p:bg>
    <p:spTree>
      <p:nvGrpSpPr>
        <p:cNvPr id="1" name=""/>
        <p:cNvGrpSpPr/>
        <p:nvPr/>
      </p:nvGrpSpPr>
      <p:grpSpPr>
        <a:xfrm>
          <a:off x="0" y="0"/>
          <a:ext cx="0" cy="0"/>
          <a:chOff x="0" y="0"/>
          <a:chExt cx="0" cy="0"/>
        </a:xfrm>
      </p:grpSpPr>
      <p:grpSp>
        <p:nvGrpSpPr>
          <p:cNvPr id="2" name="Group 2"/>
          <p:cNvGrpSpPr/>
          <p:nvPr/>
        </p:nvGrpSpPr>
        <p:grpSpPr>
          <a:xfrm>
            <a:off x="3746788" y="1293996"/>
            <a:ext cx="10434271" cy="1449204"/>
            <a:chOff x="0" y="0"/>
            <a:chExt cx="11704320" cy="1625600"/>
          </a:xfrm>
        </p:grpSpPr>
        <p:sp>
          <p:nvSpPr>
            <p:cNvPr id="3" name="Freeform 3"/>
            <p:cNvSpPr/>
            <p:nvPr/>
          </p:nvSpPr>
          <p:spPr>
            <a:xfrm>
              <a:off x="0" y="0"/>
              <a:ext cx="11704320" cy="1625600"/>
            </a:xfrm>
            <a:custGeom>
              <a:avLst/>
              <a:gdLst/>
              <a:ahLst/>
              <a:cxnLst/>
              <a:rect l="l" t="t" r="r" b="b"/>
              <a:pathLst>
                <a:path w="11704320" h="1625600">
                  <a:moveTo>
                    <a:pt x="0" y="0"/>
                  </a:moveTo>
                  <a:lnTo>
                    <a:pt x="11704320" y="0"/>
                  </a:lnTo>
                  <a:lnTo>
                    <a:pt x="11704320" y="1625600"/>
                  </a:lnTo>
                  <a:lnTo>
                    <a:pt x="0" y="1625600"/>
                  </a:lnTo>
                  <a:close/>
                </a:path>
              </a:pathLst>
            </a:custGeom>
          </p:spPr>
          <p:txBody>
            <a:bodyPr/>
            <a:lstStyle/>
            <a:p>
              <a:endParaRPr lang="en-US"/>
            </a:p>
          </p:txBody>
        </p:sp>
        <p:sp>
          <p:nvSpPr>
            <p:cNvPr id="4" name="TextBox 4"/>
            <p:cNvSpPr txBox="1"/>
            <p:nvPr/>
          </p:nvSpPr>
          <p:spPr>
            <a:xfrm>
              <a:off x="0" y="0"/>
              <a:ext cx="11704320" cy="1625600"/>
            </a:xfrm>
            <a:prstGeom prst="rect">
              <a:avLst/>
            </a:prstGeom>
          </p:spPr>
          <p:txBody>
            <a:bodyPr lIns="0" tIns="0" rIns="0" bIns="0" rtlCol="0" anchor="ctr"/>
            <a:lstStyle/>
            <a:p>
              <a:pPr algn="ctr">
                <a:lnSpc>
                  <a:spcPts val="7127"/>
                </a:lnSpc>
              </a:pPr>
              <a:r>
                <a:rPr lang="en-US" sz="5939">
                  <a:solidFill>
                    <a:srgbClr val="002D72"/>
                  </a:solidFill>
                  <a:latin typeface="TAN Headline"/>
                  <a:ea typeface="TAN Headline"/>
                  <a:cs typeface="TAN Headline"/>
                  <a:sym typeface="TAN Headline"/>
                </a:rPr>
                <a:t>Happy Birthday</a:t>
              </a:r>
            </a:p>
          </p:txBody>
        </p:sp>
      </p:grpSp>
      <p:grpSp>
        <p:nvGrpSpPr>
          <p:cNvPr id="5" name="Group 5"/>
          <p:cNvGrpSpPr>
            <a:grpSpLocks noChangeAspect="1"/>
          </p:cNvGrpSpPr>
          <p:nvPr/>
        </p:nvGrpSpPr>
        <p:grpSpPr>
          <a:xfrm>
            <a:off x="5537714" y="2743200"/>
            <a:ext cx="7212571" cy="3792417"/>
            <a:chOff x="0" y="0"/>
            <a:chExt cx="6838586" cy="3595773"/>
          </a:xfrm>
        </p:grpSpPr>
        <p:sp>
          <p:nvSpPr>
            <p:cNvPr id="6" name="Freeform 6" descr="The Happy Birthday Song: All Together Now! - Nelligan Law"/>
            <p:cNvSpPr/>
            <p:nvPr/>
          </p:nvSpPr>
          <p:spPr>
            <a:xfrm>
              <a:off x="0" y="0"/>
              <a:ext cx="6838569" cy="3595751"/>
            </a:xfrm>
            <a:custGeom>
              <a:avLst/>
              <a:gdLst/>
              <a:ahLst/>
              <a:cxnLst/>
              <a:rect l="l" t="t" r="r" b="b"/>
              <a:pathLst>
                <a:path w="6838569" h="3595751">
                  <a:moveTo>
                    <a:pt x="0" y="0"/>
                  </a:moveTo>
                  <a:lnTo>
                    <a:pt x="6838569" y="0"/>
                  </a:lnTo>
                  <a:lnTo>
                    <a:pt x="6838569" y="3595751"/>
                  </a:lnTo>
                  <a:lnTo>
                    <a:pt x="0" y="3595751"/>
                  </a:lnTo>
                  <a:lnTo>
                    <a:pt x="0" y="0"/>
                  </a:lnTo>
                  <a:close/>
                </a:path>
              </a:pathLst>
            </a:custGeom>
            <a:blipFill>
              <a:blip r:embed="rId2"/>
              <a:stretch>
                <a:fillRect/>
              </a:stretch>
            </a:blipFill>
          </p:spPr>
          <p:txBody>
            <a:bodyPr/>
            <a:lstStyle/>
            <a:p>
              <a:endParaRPr lang="en-US"/>
            </a:p>
          </p:txBody>
        </p:sp>
      </p:grpSp>
      <p:sp>
        <p:nvSpPr>
          <p:cNvPr id="7" name="TextBox 7"/>
          <p:cNvSpPr txBox="1"/>
          <p:nvPr/>
        </p:nvSpPr>
        <p:spPr>
          <a:xfrm>
            <a:off x="3314700" y="8502953"/>
            <a:ext cx="11900865" cy="669798"/>
          </a:xfrm>
          <a:prstGeom prst="rect">
            <a:avLst/>
          </a:prstGeom>
        </p:spPr>
        <p:txBody>
          <a:bodyPr lIns="0" tIns="0" rIns="0" bIns="0" rtlCol="0" anchor="t">
            <a:spAutoFit/>
          </a:bodyPr>
          <a:lstStyle/>
          <a:p>
            <a:pPr algn="ctr">
              <a:lnSpc>
                <a:spcPts val="4221"/>
              </a:lnSpc>
            </a:pPr>
            <a:r>
              <a:rPr lang="en-US" sz="4396">
                <a:solidFill>
                  <a:srgbClr val="000000"/>
                </a:solidFill>
                <a:latin typeface="Calibri (MS)"/>
                <a:ea typeface="Calibri (MS)"/>
                <a:cs typeface="Calibri (MS)"/>
                <a:sym typeface="Calibri (MS)"/>
              </a:rPr>
              <a:t> </a:t>
            </a:r>
            <a:r>
              <a:rPr lang="en-US" sz="4396" i="1">
                <a:solidFill>
                  <a:srgbClr val="000000"/>
                </a:solidFill>
                <a:latin typeface="Calibri (MS) Italics"/>
                <a:ea typeface="Calibri (MS) Italics"/>
                <a:cs typeface="Calibri (MS) Italics"/>
                <a:sym typeface="Calibri (MS) Italics"/>
              </a:rPr>
              <a:t>Shehechiyanu v’kiyamanu v’higiyanu lazman hazeh </a:t>
            </a:r>
          </a:p>
        </p:txBody>
      </p:sp>
      <p:sp>
        <p:nvSpPr>
          <p:cNvPr id="8" name="TextBox 8"/>
          <p:cNvSpPr txBox="1"/>
          <p:nvPr/>
        </p:nvSpPr>
        <p:spPr>
          <a:xfrm>
            <a:off x="2636152" y="7104589"/>
            <a:ext cx="13090224" cy="819124"/>
          </a:xfrm>
          <a:prstGeom prst="rect">
            <a:avLst/>
          </a:prstGeom>
        </p:spPr>
        <p:txBody>
          <a:bodyPr lIns="0" tIns="0" rIns="0" bIns="0" rtlCol="0" anchor="t">
            <a:spAutoFit/>
          </a:bodyPr>
          <a:lstStyle/>
          <a:p>
            <a:pPr algn="ctr" rtl="1">
              <a:lnSpc>
                <a:spcPts val="6719"/>
              </a:lnSpc>
              <a:spcBef>
                <a:spcPct val="0"/>
              </a:spcBef>
            </a:pPr>
            <a:r>
              <a:rPr lang="he-IL" sz="3999" i="1">
                <a:solidFill>
                  <a:srgbClr val="000000"/>
                </a:solidFill>
                <a:latin typeface="Helvetica Italics"/>
                <a:ea typeface="Helvetica Italics"/>
                <a:cs typeface="Helvetica Italics"/>
                <a:sym typeface="Helvetica Italics"/>
                <a:rtl/>
              </a:rPr>
              <a:t>בָּרוּךְ אַתָּה יְיָ אֱלֹהֵינוּ מֶלֶךְ הָעוֹלָם שֶׁהֶחֱיָנוּ וְקִיְּמָנוּ וְהִגִּיעָנוּ לַזְּמַן הַזֶּה׃</a:t>
            </a:r>
          </a:p>
        </p:txBody>
      </p:sp>
      <p:sp>
        <p:nvSpPr>
          <p:cNvPr id="9" name="TextBox 9"/>
          <p:cNvSpPr txBox="1"/>
          <p:nvPr/>
        </p:nvSpPr>
        <p:spPr>
          <a:xfrm>
            <a:off x="4704739" y="-452271"/>
            <a:ext cx="8045528" cy="1647246"/>
          </a:xfrm>
          <a:prstGeom prst="rect">
            <a:avLst/>
          </a:prstGeom>
        </p:spPr>
        <p:txBody>
          <a:bodyPr wrap="square" lIns="0" tIns="0" rIns="0" bIns="0" rtlCol="0" anchor="t">
            <a:spAutoFit/>
          </a:bodyPr>
          <a:lstStyle/>
          <a:p>
            <a:pPr algn="ctr" rtl="1">
              <a:lnSpc>
                <a:spcPts val="14325"/>
              </a:lnSpc>
              <a:spcBef>
                <a:spcPct val="0"/>
              </a:spcBef>
            </a:pPr>
            <a:r>
              <a:rPr lang="he-IL" sz="8526" dirty="0">
                <a:solidFill>
                  <a:srgbClr val="002D72"/>
                </a:solidFill>
                <a:latin typeface="FB FRealBelet"/>
                <a:ea typeface="FB FRealBelet"/>
                <a:cs typeface="FB FRealBelet"/>
                <a:sym typeface="FB FRealBelet"/>
                <a:rtl/>
              </a:rPr>
              <a:t>יוֹם הוּלֶדֶת שָׂמֵחַ</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9999"/>
        </a:solidFill>
        <a:effectLst/>
      </p:bgPr>
    </p:bg>
    <p:spTree>
      <p:nvGrpSpPr>
        <p:cNvPr id="1" name=""/>
        <p:cNvGrpSpPr/>
        <p:nvPr/>
      </p:nvGrpSpPr>
      <p:grpSpPr>
        <a:xfrm>
          <a:off x="0" y="0"/>
          <a:ext cx="0" cy="0"/>
          <a:chOff x="0" y="0"/>
          <a:chExt cx="0" cy="0"/>
        </a:xfrm>
      </p:grpSpPr>
      <p:grpSp>
        <p:nvGrpSpPr>
          <p:cNvPr id="2" name="Group 2"/>
          <p:cNvGrpSpPr/>
          <p:nvPr/>
        </p:nvGrpSpPr>
        <p:grpSpPr>
          <a:xfrm>
            <a:off x="1403929" y="9361276"/>
            <a:ext cx="15480143" cy="508018"/>
            <a:chOff x="0" y="0"/>
            <a:chExt cx="13004800" cy="426783"/>
          </a:xfrm>
        </p:grpSpPr>
        <p:sp>
          <p:nvSpPr>
            <p:cNvPr id="3" name="Freeform 3"/>
            <p:cNvSpPr/>
            <p:nvPr/>
          </p:nvSpPr>
          <p:spPr>
            <a:xfrm>
              <a:off x="0" y="0"/>
              <a:ext cx="13004800" cy="426720"/>
            </a:xfrm>
            <a:custGeom>
              <a:avLst/>
              <a:gdLst/>
              <a:ahLst/>
              <a:cxnLst/>
              <a:rect l="l" t="t" r="r" b="b"/>
              <a:pathLst>
                <a:path w="13004800" h="426720">
                  <a:moveTo>
                    <a:pt x="0" y="0"/>
                  </a:moveTo>
                  <a:lnTo>
                    <a:pt x="13004800" y="0"/>
                  </a:lnTo>
                  <a:lnTo>
                    <a:pt x="13004800" y="426720"/>
                  </a:lnTo>
                  <a:lnTo>
                    <a:pt x="0" y="426720"/>
                  </a:lnTo>
                  <a:close/>
                </a:path>
              </a:pathLst>
            </a:custGeom>
            <a:solidFill>
              <a:srgbClr val="009999"/>
            </a:solidFill>
          </p:spPr>
          <p:txBody>
            <a:bodyPr/>
            <a:lstStyle/>
            <a:p>
              <a:endParaRPr lang="en-US"/>
            </a:p>
          </p:txBody>
        </p:sp>
      </p:grpSp>
      <p:grpSp>
        <p:nvGrpSpPr>
          <p:cNvPr id="4" name="Group 4"/>
          <p:cNvGrpSpPr/>
          <p:nvPr/>
        </p:nvGrpSpPr>
        <p:grpSpPr>
          <a:xfrm>
            <a:off x="1403929" y="9361276"/>
            <a:ext cx="15480143" cy="508018"/>
            <a:chOff x="0" y="0"/>
            <a:chExt cx="13004800" cy="426783"/>
          </a:xfrm>
        </p:grpSpPr>
        <p:sp>
          <p:nvSpPr>
            <p:cNvPr id="5" name="Freeform 5"/>
            <p:cNvSpPr/>
            <p:nvPr/>
          </p:nvSpPr>
          <p:spPr>
            <a:xfrm>
              <a:off x="0" y="0"/>
              <a:ext cx="13004800" cy="426720"/>
            </a:xfrm>
            <a:custGeom>
              <a:avLst/>
              <a:gdLst/>
              <a:ahLst/>
              <a:cxnLst/>
              <a:rect l="l" t="t" r="r" b="b"/>
              <a:pathLst>
                <a:path w="13004800" h="426720">
                  <a:moveTo>
                    <a:pt x="0" y="0"/>
                  </a:moveTo>
                  <a:lnTo>
                    <a:pt x="13004800" y="0"/>
                  </a:lnTo>
                  <a:lnTo>
                    <a:pt x="13004800" y="426720"/>
                  </a:lnTo>
                  <a:lnTo>
                    <a:pt x="0" y="426720"/>
                  </a:lnTo>
                  <a:close/>
                </a:path>
              </a:pathLst>
            </a:custGeom>
            <a:solidFill>
              <a:srgbClr val="009999"/>
            </a:solidFill>
          </p:spPr>
          <p:txBody>
            <a:bodyPr/>
            <a:lstStyle/>
            <a:p>
              <a:endParaRPr lang="en-US"/>
            </a:p>
          </p:txBody>
        </p:sp>
      </p:grpSp>
      <p:sp>
        <p:nvSpPr>
          <p:cNvPr id="6" name="TextBox 6"/>
          <p:cNvSpPr txBox="1"/>
          <p:nvPr/>
        </p:nvSpPr>
        <p:spPr>
          <a:xfrm>
            <a:off x="9099050" y="277095"/>
            <a:ext cx="6159807" cy="4096566"/>
          </a:xfrm>
          <a:prstGeom prst="rect">
            <a:avLst/>
          </a:prstGeom>
        </p:spPr>
        <p:txBody>
          <a:bodyPr lIns="0" tIns="0" rIns="0" bIns="0" rtlCol="0" anchor="t">
            <a:spAutoFit/>
          </a:bodyPr>
          <a:lstStyle/>
          <a:p>
            <a:pPr marL="947184" lvl="1" indent="-473592" algn="l">
              <a:lnSpc>
                <a:spcPts val="7153"/>
              </a:lnSpc>
              <a:buFont typeface="Arial"/>
              <a:buChar char="•"/>
            </a:pPr>
            <a:r>
              <a:rPr lang="en-US" sz="7360" b="1">
                <a:solidFill>
                  <a:srgbClr val="2F5597"/>
                </a:solidFill>
                <a:latin typeface="Calibri (MS) Bold"/>
                <a:ea typeface="Calibri (MS) Bold"/>
                <a:cs typeface="Calibri (MS) Bold"/>
                <a:sym typeface="Calibri (MS) Bold"/>
              </a:rPr>
              <a:t>L</a:t>
            </a:r>
            <a:r>
              <a:rPr lang="en-US" sz="7360" b="1">
                <a:solidFill>
                  <a:srgbClr val="FFFFFF"/>
                </a:solidFill>
                <a:latin typeface="Calibri (MS) Bold"/>
                <a:ea typeface="Calibri (MS) Bold"/>
                <a:cs typeface="Calibri (MS) Bold"/>
                <a:sym typeface="Calibri (MS) Bold"/>
              </a:rPr>
              <a:t>iving</a:t>
            </a:r>
            <a:r>
              <a:rPr lang="en-US" sz="7360" b="1">
                <a:solidFill>
                  <a:srgbClr val="2F5597"/>
                </a:solidFill>
                <a:latin typeface="Calibri (MS) Bold"/>
                <a:ea typeface="Calibri (MS) Bold"/>
                <a:cs typeface="Calibri (MS) Bold"/>
                <a:sym typeface="Calibri (MS) Bold"/>
              </a:rPr>
              <a:t> </a:t>
            </a:r>
          </a:p>
          <a:p>
            <a:pPr marL="947184" lvl="1" indent="-473592" algn="l">
              <a:lnSpc>
                <a:spcPts val="7153"/>
              </a:lnSpc>
              <a:buFont typeface="Arial"/>
              <a:buChar char="•"/>
            </a:pPr>
            <a:r>
              <a:rPr lang="en-US" sz="7360" b="1">
                <a:solidFill>
                  <a:srgbClr val="2F5597"/>
                </a:solidFill>
                <a:latin typeface="Calibri (MS) Bold"/>
                <a:ea typeface="Calibri (MS) Bold"/>
                <a:cs typeface="Calibri (MS) Bold"/>
                <a:sym typeface="Calibri (MS) Bold"/>
              </a:rPr>
              <a:t>O</a:t>
            </a:r>
            <a:r>
              <a:rPr lang="en-US" sz="7360" b="1">
                <a:solidFill>
                  <a:srgbClr val="FFFFFF"/>
                </a:solidFill>
                <a:latin typeface="Calibri (MS) Bold"/>
                <a:ea typeface="Calibri (MS) Bold"/>
                <a:cs typeface="Calibri (MS) Bold"/>
                <a:sym typeface="Calibri (MS) Bold"/>
              </a:rPr>
              <a:t>ur</a:t>
            </a:r>
            <a:r>
              <a:rPr lang="en-US" sz="7360" b="1">
                <a:solidFill>
                  <a:srgbClr val="2F5597"/>
                </a:solidFill>
                <a:latin typeface="Calibri (MS) Bold"/>
                <a:ea typeface="Calibri (MS) Bold"/>
                <a:cs typeface="Calibri (MS) Bold"/>
                <a:sym typeface="Calibri (MS) Bold"/>
              </a:rPr>
              <a:t> </a:t>
            </a:r>
          </a:p>
          <a:p>
            <a:pPr marL="947184" lvl="1" indent="-473592" algn="l">
              <a:lnSpc>
                <a:spcPts val="7153"/>
              </a:lnSpc>
              <a:buFont typeface="Arial"/>
              <a:buChar char="•"/>
            </a:pPr>
            <a:r>
              <a:rPr lang="en-US" sz="7360" b="1">
                <a:solidFill>
                  <a:srgbClr val="2F5597"/>
                </a:solidFill>
                <a:latin typeface="Calibri (MS) Bold"/>
                <a:ea typeface="Calibri (MS) Bold"/>
                <a:cs typeface="Calibri (MS) Bold"/>
                <a:sym typeface="Calibri (MS) Bold"/>
              </a:rPr>
              <a:t>V</a:t>
            </a:r>
            <a:r>
              <a:rPr lang="en-US" sz="7360" b="1">
                <a:solidFill>
                  <a:srgbClr val="FFFFFF"/>
                </a:solidFill>
                <a:latin typeface="Calibri (MS) Bold"/>
                <a:ea typeface="Calibri (MS) Bold"/>
                <a:cs typeface="Calibri (MS) Bold"/>
                <a:sym typeface="Calibri (MS) Bold"/>
              </a:rPr>
              <a:t>alues </a:t>
            </a:r>
          </a:p>
          <a:p>
            <a:pPr marL="947184" lvl="1" indent="-473592" algn="l">
              <a:lnSpc>
                <a:spcPts val="7153"/>
              </a:lnSpc>
              <a:buFont typeface="Arial"/>
              <a:buChar char="•"/>
            </a:pPr>
            <a:r>
              <a:rPr lang="en-US" sz="7360" b="1">
                <a:solidFill>
                  <a:srgbClr val="2F5597"/>
                </a:solidFill>
                <a:latin typeface="Calibri (MS) Bold"/>
                <a:ea typeface="Calibri (MS) Bold"/>
                <a:cs typeface="Calibri (MS) Bold"/>
                <a:sym typeface="Calibri (MS) Bold"/>
              </a:rPr>
              <a:t>E</a:t>
            </a:r>
            <a:r>
              <a:rPr lang="en-US" sz="7360" b="1">
                <a:solidFill>
                  <a:srgbClr val="FFFFFF"/>
                </a:solidFill>
                <a:latin typeface="Calibri (MS) Bold"/>
                <a:ea typeface="Calibri (MS) Bold"/>
                <a:cs typeface="Calibri (MS) Bold"/>
                <a:sym typeface="Calibri (MS) Bold"/>
              </a:rPr>
              <a:t>veryday</a:t>
            </a:r>
          </a:p>
        </p:txBody>
      </p:sp>
      <p:grpSp>
        <p:nvGrpSpPr>
          <p:cNvPr id="7" name="Group 7"/>
          <p:cNvGrpSpPr>
            <a:grpSpLocks noChangeAspect="1"/>
          </p:cNvGrpSpPr>
          <p:nvPr/>
        </p:nvGrpSpPr>
        <p:grpSpPr>
          <a:xfrm>
            <a:off x="4051879" y="195007"/>
            <a:ext cx="4128038" cy="4128038"/>
            <a:chOff x="0" y="0"/>
            <a:chExt cx="3467947" cy="3467947"/>
          </a:xfrm>
        </p:grpSpPr>
        <p:sp>
          <p:nvSpPr>
            <p:cNvPr id="8" name="Freeform 8"/>
            <p:cNvSpPr/>
            <p:nvPr/>
          </p:nvSpPr>
          <p:spPr>
            <a:xfrm>
              <a:off x="0" y="0"/>
              <a:ext cx="3467989" cy="3467989"/>
            </a:xfrm>
            <a:custGeom>
              <a:avLst/>
              <a:gdLst/>
              <a:ahLst/>
              <a:cxnLst/>
              <a:rect l="l" t="t" r="r" b="b"/>
              <a:pathLst>
                <a:path w="3467989" h="3467989">
                  <a:moveTo>
                    <a:pt x="0" y="0"/>
                  </a:moveTo>
                  <a:lnTo>
                    <a:pt x="3467989" y="0"/>
                  </a:lnTo>
                  <a:lnTo>
                    <a:pt x="3467989" y="3467989"/>
                  </a:lnTo>
                  <a:lnTo>
                    <a:pt x="0" y="3467989"/>
                  </a:lnTo>
                  <a:lnTo>
                    <a:pt x="0" y="0"/>
                  </a:lnTo>
                  <a:close/>
                </a:path>
              </a:pathLst>
            </a:custGeom>
            <a:blipFill>
              <a:blip r:embed="rId2"/>
              <a:stretch>
                <a:fillRect r="1" b="1"/>
              </a:stretch>
            </a:blipFill>
          </p:spPr>
          <p:txBody>
            <a:bodyPr/>
            <a:lstStyle/>
            <a:p>
              <a:endParaRPr lang="en-US"/>
            </a:p>
          </p:txBody>
        </p:sp>
      </p:grpSp>
      <p:grpSp>
        <p:nvGrpSpPr>
          <p:cNvPr id="9" name="Group 9"/>
          <p:cNvGrpSpPr>
            <a:grpSpLocks noChangeAspect="1"/>
          </p:cNvGrpSpPr>
          <p:nvPr/>
        </p:nvGrpSpPr>
        <p:grpSpPr>
          <a:xfrm>
            <a:off x="12757729" y="6390060"/>
            <a:ext cx="3676534" cy="3676534"/>
            <a:chOff x="0" y="0"/>
            <a:chExt cx="3088640" cy="3088640"/>
          </a:xfrm>
        </p:grpSpPr>
        <p:sp>
          <p:nvSpPr>
            <p:cNvPr id="10" name="Freeform 10"/>
            <p:cNvSpPr/>
            <p:nvPr/>
          </p:nvSpPr>
          <p:spPr>
            <a:xfrm>
              <a:off x="0" y="0"/>
              <a:ext cx="3088640" cy="3088640"/>
            </a:xfrm>
            <a:custGeom>
              <a:avLst/>
              <a:gdLst/>
              <a:ahLst/>
              <a:cxnLst/>
              <a:rect l="l" t="t" r="r" b="b"/>
              <a:pathLst>
                <a:path w="3088640" h="3088640">
                  <a:moveTo>
                    <a:pt x="0" y="0"/>
                  </a:moveTo>
                  <a:lnTo>
                    <a:pt x="3088640" y="0"/>
                  </a:lnTo>
                  <a:lnTo>
                    <a:pt x="3088640" y="3088640"/>
                  </a:lnTo>
                  <a:lnTo>
                    <a:pt x="0" y="3088640"/>
                  </a:lnTo>
                  <a:lnTo>
                    <a:pt x="0" y="0"/>
                  </a:lnTo>
                  <a:close/>
                </a:path>
              </a:pathLst>
            </a:custGeom>
            <a:blipFill>
              <a:blip r:embed="rId3"/>
              <a:stretch>
                <a:fillRect/>
              </a:stretch>
            </a:blipFill>
          </p:spPr>
          <p:txBody>
            <a:bodyPr/>
            <a:lstStyle/>
            <a:p>
              <a:endParaRPr lang="en-US"/>
            </a:p>
          </p:txBody>
        </p:sp>
      </p:grpSp>
      <p:sp>
        <p:nvSpPr>
          <p:cNvPr id="11" name="TextBox 11"/>
          <p:cNvSpPr txBox="1"/>
          <p:nvPr/>
        </p:nvSpPr>
        <p:spPr>
          <a:xfrm>
            <a:off x="2002727" y="6505923"/>
            <a:ext cx="9327592" cy="2807785"/>
          </a:xfrm>
          <a:prstGeom prst="rect">
            <a:avLst/>
          </a:prstGeom>
        </p:spPr>
        <p:txBody>
          <a:bodyPr lIns="0" tIns="0" rIns="0" bIns="0" rtlCol="0" anchor="t">
            <a:spAutoFit/>
          </a:bodyPr>
          <a:lstStyle/>
          <a:p>
            <a:pPr algn="ctr">
              <a:lnSpc>
                <a:spcPts val="5486"/>
              </a:lnSpc>
            </a:pPr>
            <a:r>
              <a:rPr lang="en-US" sz="4572">
                <a:solidFill>
                  <a:srgbClr val="000000"/>
                </a:solidFill>
                <a:latin typeface="Calibri (MS)"/>
                <a:ea typeface="Calibri (MS)"/>
                <a:cs typeface="Calibri (MS)"/>
                <a:sym typeface="Calibri (MS)"/>
              </a:rPr>
              <a:t>Want to learn more of our Shabbat prayers and songs? Scan this QR code for The Davis Academy Shabbat and Jewish Music Playlist! </a:t>
            </a:r>
          </a:p>
        </p:txBody>
      </p:sp>
      <p:sp>
        <p:nvSpPr>
          <p:cNvPr id="12" name="TextBox 12"/>
          <p:cNvSpPr txBox="1"/>
          <p:nvPr/>
        </p:nvSpPr>
        <p:spPr>
          <a:xfrm>
            <a:off x="2237366" y="4226067"/>
            <a:ext cx="14415883" cy="2258074"/>
          </a:xfrm>
          <a:prstGeom prst="rect">
            <a:avLst/>
          </a:prstGeom>
        </p:spPr>
        <p:txBody>
          <a:bodyPr lIns="0" tIns="0" rIns="0" bIns="0" rtlCol="0" anchor="t">
            <a:spAutoFit/>
          </a:bodyPr>
          <a:lstStyle/>
          <a:p>
            <a:pPr algn="ctr">
              <a:lnSpc>
                <a:spcPts val="17877"/>
              </a:lnSpc>
            </a:pPr>
            <a:r>
              <a:rPr lang="en-US" sz="14897">
                <a:solidFill>
                  <a:srgbClr val="FFFFFF"/>
                </a:solidFill>
                <a:latin typeface="TT Berlinerins"/>
                <a:ea typeface="TT Berlinerins"/>
                <a:cs typeface="TT Berlinerins"/>
                <a:sym typeface="TT Berlinerins"/>
              </a:rPr>
              <a:t>Shabbat Shalom!</a:t>
            </a:r>
          </a:p>
        </p:txBody>
      </p:sp>
    </p:spTree>
  </p:cSld>
  <p:clrMapOvr>
    <a:masterClrMapping/>
  </p:clrMapOvr>
  <p:transition>
    <p:circl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3654911"/>
          </a:xfrm>
          <a:prstGeom prst="rect">
            <a:avLst/>
          </a:prstGeom>
        </p:spPr>
        <p:txBody>
          <a:bodyPr lIns="0" tIns="0" rIns="0" bIns="0" rtlCol="0" anchor="t">
            <a:spAutoFit/>
          </a:bodyPr>
          <a:lstStyle/>
          <a:p>
            <a:pPr algn="l">
              <a:lnSpc>
                <a:spcPts val="5760"/>
              </a:lnSpc>
            </a:pPr>
            <a:r>
              <a:rPr lang="en-US" sz="3600" dirty="0" err="1">
                <a:solidFill>
                  <a:srgbClr val="FFFFFF"/>
                </a:solidFill>
                <a:latin typeface="Calibri (MS)"/>
                <a:ea typeface="Calibri (MS)"/>
                <a:cs typeface="Calibri (MS)"/>
                <a:sym typeface="Calibri (MS)"/>
              </a:rPr>
              <a:t>Oseh</a:t>
            </a:r>
            <a:r>
              <a:rPr lang="en-US" sz="3600" dirty="0">
                <a:solidFill>
                  <a:srgbClr val="FFFFFF"/>
                </a:solidFill>
                <a:latin typeface="Calibri (MS)"/>
                <a:ea typeface="Calibri (MS)"/>
                <a:cs typeface="Calibri (MS)"/>
                <a:sym typeface="Calibri (MS)"/>
              </a:rPr>
              <a:t> shalom </a:t>
            </a:r>
            <a:r>
              <a:rPr lang="en-US" sz="3600" dirty="0" err="1">
                <a:solidFill>
                  <a:srgbClr val="FFFFFF"/>
                </a:solidFill>
                <a:latin typeface="Calibri (MS)"/>
                <a:ea typeface="Calibri (MS)"/>
                <a:cs typeface="Calibri (MS)"/>
                <a:sym typeface="Calibri (MS)"/>
              </a:rPr>
              <a:t>bimromav</a:t>
            </a:r>
            <a:r>
              <a:rPr lang="en-US" sz="3600" dirty="0">
                <a:solidFill>
                  <a:srgbClr val="FFFFFF"/>
                </a:solidFill>
                <a:latin typeface="Calibri (MS)"/>
                <a:ea typeface="Calibri (MS)"/>
                <a:cs typeface="Calibri (MS)"/>
                <a:sym typeface="Calibri (MS)"/>
              </a:rPr>
              <a:t>,</a:t>
            </a:r>
          </a:p>
          <a:p>
            <a:pPr algn="l">
              <a:lnSpc>
                <a:spcPts val="5760"/>
              </a:lnSpc>
            </a:pPr>
            <a:r>
              <a:rPr lang="en-US" sz="3600">
                <a:solidFill>
                  <a:srgbClr val="FFFFFF"/>
                </a:solidFill>
                <a:latin typeface="Calibri (MS)"/>
                <a:ea typeface="Calibri (MS)"/>
                <a:cs typeface="Calibri (MS)"/>
                <a:sym typeface="Calibri (MS)"/>
              </a:rPr>
              <a:t>hu yaaseh shalom aleinu,</a:t>
            </a:r>
          </a:p>
          <a:p>
            <a:pPr algn="l">
              <a:lnSpc>
                <a:spcPts val="5760"/>
              </a:lnSpc>
            </a:pPr>
            <a:r>
              <a:rPr lang="en-US" sz="3600">
                <a:solidFill>
                  <a:srgbClr val="FFFFFF"/>
                </a:solidFill>
                <a:latin typeface="Calibri (MS)"/>
                <a:ea typeface="Calibri (MS)"/>
                <a:cs typeface="Calibri (MS)"/>
                <a:sym typeface="Calibri (MS)"/>
              </a:rPr>
              <a:t>v’al kol Yisrael,</a:t>
            </a:r>
          </a:p>
          <a:p>
            <a:pPr algn="l">
              <a:lnSpc>
                <a:spcPts val="5760"/>
              </a:lnSpc>
            </a:pPr>
            <a:r>
              <a:rPr lang="en-US" sz="3600">
                <a:solidFill>
                  <a:schemeClr val="tx1">
                    <a:lumMod val="50000"/>
                    <a:lumOff val="50000"/>
                  </a:schemeClr>
                </a:solidFill>
                <a:latin typeface="Calibri (MS)"/>
                <a:ea typeface="Calibri (MS)"/>
                <a:cs typeface="Calibri (MS)"/>
                <a:sym typeface="Calibri (MS)"/>
              </a:rPr>
              <a:t>v’al kol yosh’vei teiveil,</a:t>
            </a:r>
          </a:p>
          <a:p>
            <a:pPr algn="l">
              <a:lnSpc>
                <a:spcPts val="5760"/>
              </a:lnSpc>
            </a:pPr>
            <a:r>
              <a:rPr lang="en-US" sz="3600">
                <a:solidFill>
                  <a:srgbClr val="FFFFFF"/>
                </a:solidFill>
                <a:latin typeface="Calibri (MS)"/>
                <a:ea typeface="Calibri (MS)"/>
                <a:cs typeface="Calibri (MS)"/>
                <a:sym typeface="Calibri (MS)"/>
              </a:rPr>
              <a:t>v’imru: Amen.</a:t>
            </a:r>
          </a:p>
        </p:txBody>
      </p:sp>
      <p:sp>
        <p:nvSpPr>
          <p:cNvPr id="11" name="TextBox 11"/>
          <p:cNvSpPr txBox="1"/>
          <p:nvPr/>
        </p:nvSpPr>
        <p:spPr>
          <a:xfrm>
            <a:off x="8665588" y="1095006"/>
            <a:ext cx="5794490" cy="3684855"/>
          </a:xfrm>
          <a:prstGeom prst="rect">
            <a:avLst/>
          </a:prstGeom>
        </p:spPr>
        <p:txBody>
          <a:bodyPr lIns="0" tIns="0" rIns="0" bIns="0" rtlCol="0" anchor="t">
            <a:spAutoFit/>
          </a:bodyPr>
          <a:lstStyle/>
          <a:p>
            <a:pPr algn="r" rtl="1">
              <a:lnSpc>
                <a:spcPts val="5760"/>
              </a:lnSpc>
            </a:pPr>
            <a:r>
              <a:rPr lang="he-IL" sz="4500" dirty="0">
                <a:solidFill>
                  <a:srgbClr val="FFFFFF"/>
                </a:solidFill>
                <a:latin typeface="David Libre"/>
                <a:ea typeface="David Libre"/>
                <a:cs typeface="David Libre"/>
                <a:sym typeface="David Libre"/>
                <a:rtl/>
              </a:rPr>
              <a:t>עֹשֶׂה שָׁלוֹם בִּמְרוֹמָיו,</a:t>
            </a:r>
          </a:p>
          <a:p>
            <a:pPr algn="r" rtl="1">
              <a:lnSpc>
                <a:spcPts val="5760"/>
              </a:lnSpc>
            </a:pPr>
            <a:r>
              <a:rPr lang="he-IL" sz="4500" dirty="0">
                <a:solidFill>
                  <a:srgbClr val="FFFFFF"/>
                </a:solidFill>
                <a:latin typeface="David Libre"/>
                <a:ea typeface="David Libre"/>
                <a:cs typeface="David Libre"/>
                <a:sym typeface="David Libre"/>
                <a:rtl/>
              </a:rPr>
              <a:t>הוּא יַעֲשֶׂה שָׁלוֹם עָלֵינוּ,</a:t>
            </a:r>
          </a:p>
          <a:p>
            <a:pPr algn="r" rtl="1">
              <a:lnSpc>
                <a:spcPts val="5760"/>
              </a:lnSpc>
            </a:pPr>
            <a:r>
              <a:rPr lang="he-IL" sz="4500" dirty="0">
                <a:solidFill>
                  <a:srgbClr val="FFFFFF"/>
                </a:solidFill>
                <a:latin typeface="David Libre"/>
                <a:ea typeface="David Libre"/>
                <a:cs typeface="David Libre"/>
                <a:sym typeface="David Libre"/>
                <a:rtl/>
              </a:rPr>
              <a:t>וְעַל כָּל יִשְׂרָאֵל,</a:t>
            </a:r>
          </a:p>
          <a:p>
            <a:pPr algn="r" rtl="1">
              <a:lnSpc>
                <a:spcPts val="5760"/>
              </a:lnSpc>
            </a:pPr>
            <a:r>
              <a:rPr lang="he-IL" sz="4500" dirty="0">
                <a:solidFill>
                  <a:schemeClr val="tx1">
                    <a:lumMod val="50000"/>
                    <a:lumOff val="50000"/>
                  </a:schemeClr>
                </a:solidFill>
                <a:latin typeface="David Libre"/>
                <a:ea typeface="David Libre"/>
                <a:cs typeface="David Libre"/>
                <a:sym typeface="David Libre"/>
                <a:rtl/>
              </a:rPr>
              <a:t>וְעַל כָּל יוֹשְׁבֵי תֵבֵל,</a:t>
            </a:r>
          </a:p>
          <a:p>
            <a:pPr algn="r" rtl="1">
              <a:lnSpc>
                <a:spcPts val="5760"/>
              </a:lnSpc>
            </a:pPr>
            <a:r>
              <a:rPr lang="he-IL" sz="4500" dirty="0">
                <a:solidFill>
                  <a:srgbClr val="FFFFFF"/>
                </a:solidFill>
                <a:latin typeface="David Libre"/>
                <a:ea typeface="David Libre"/>
                <a:cs typeface="David Libre"/>
                <a:sym typeface="David Libre"/>
                <a:rtl/>
              </a:rPr>
              <a:t>וְאִמְרוּ: אָמֵן.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עֹשֶׂה שָׁלוֹם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Oseh Shalom</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May the One who makes peace in the high heavens make peace for us, for all Israel, and for all who dwell on earth. And let us say: Amen.</a:t>
            </a:r>
          </a:p>
        </p:txBody>
      </p:sp>
      <p:sp>
        <p:nvSpPr>
          <p:cNvPr id="4" name="Freeform 9">
            <a:extLst>
              <a:ext uri="{FF2B5EF4-FFF2-40B4-BE49-F238E27FC236}">
                <a16:creationId xmlns:a16="http://schemas.microsoft.com/office/drawing/2014/main" id="{9F0BB950-7DD1-E6CE-6D66-BD303517145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a:solidFill>
                  <a:srgbClr val="B8E3E6"/>
                </a:solidFill>
                <a:latin typeface="Calibri (MS)"/>
                <a:cs typeface="Calibri (MS)"/>
              </a:rPr>
              <a:t>• Mi Shebeirach</a:t>
            </a:r>
          </a:p>
          <a:p>
            <a:pPr algn="l" marL="182880" indent="0">
              <a:lnSpc>
                <a:spcPts val="2200"/>
              </a:lnSpc>
            </a:pPr>
            <a:r>
              <a:rPr lang="en-US" sz="1800" b="1">
                <a:solidFill>
                  <a:srgbClr val="FFFFFF"/>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11480" y="1020736"/>
            <a:ext cx="13990320" cy="6532220"/>
          </a:xfrm>
          <a:prstGeom prst="rect">
            <a:avLst/>
          </a:prstGeom>
        </p:spPr>
        <p:txBody>
          <a:bodyPr lIns="0" tIns="0" rIns="0" bIns="0" rtlCol="0" anchor="t">
            <a:spAutoFit/>
          </a:bodyPr>
          <a:lstStyle/>
          <a:p>
            <a:pPr algn="l">
              <a:lnSpc>
                <a:spcPts val="6400"/>
              </a:lnSpc>
            </a:pPr>
            <a:endParaRP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אֲבָנִים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Rocks</a:t>
            </a:r>
          </a:p>
        </p:txBody>
      </p:sp>
      <p:sp>
        <p:nvSpPr>
          <p:cNvPr id="4" name="Freeform 9">
            <a:extLst>
              <a:ext uri="{FF2B5EF4-FFF2-40B4-BE49-F238E27FC236}">
                <a16:creationId xmlns:a16="http://schemas.microsoft.com/office/drawing/2014/main" id="{590DD101-3657-41EF-745F-4F12FC835809}"/>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1" name="Picture 10">
            <a:extLst>
              <a:ext uri="{FF2B5EF4-FFF2-40B4-BE49-F238E27FC236}">
                <a16:creationId xmlns:a16="http://schemas.microsoft.com/office/drawing/2014/main" id="{3D83D63B-33AC-94E4-FC0A-83F47F8915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4935" y="3274694"/>
            <a:ext cx="6655403" cy="5288932"/>
          </a:xfrm>
          <a:prstGeom prst="rect">
            <a:avLst/>
          </a:prstGeom>
        </p:spPr>
      </p:pic>
      <p:sp>
        <p:nvSpPr>
          <p:cNvPr id="14" name="TextBox 13">
            <a:extLst>
              <a:ext uri="{FF2B5EF4-FFF2-40B4-BE49-F238E27FC236}">
                <a16:creationId xmlns:a16="http://schemas.microsoft.com/office/drawing/2014/main" id="{E7B02E88-71F4-CCD5-3137-03B7BAD4A589}"/>
              </a:ext>
            </a:extLst>
          </p:cNvPr>
          <p:cNvSpPr txBox="1"/>
          <p:nvPr/>
        </p:nvSpPr>
        <p:spPr>
          <a:xfrm>
            <a:off x="1719823" y="835030"/>
            <a:ext cx="11373633" cy="2934137"/>
          </a:xfrm>
          <a:prstGeom prst="rect">
            <a:avLst/>
          </a:prstGeom>
          <a:noFill/>
          <a:ln w="3175"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“Teach us to count our days, </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so that we may acquire a wise and loving heart.”</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Psalm 90:12</a:t>
            </a:r>
          </a:p>
          <a:p>
            <a:pPr marL="0" marR="0" lvl="0" indent="0" algn="ctr" defTabSz="457200" rtl="0" eaLnBrk="1" fontAlgn="auto" latinLnBrk="1" hangingPunct="0">
              <a:lnSpc>
                <a:spcPct val="100000"/>
              </a:lnSpc>
              <a:spcBef>
                <a:spcPts val="1200"/>
              </a:spcBef>
              <a:spcAft>
                <a:spcPts val="0"/>
              </a:spcAft>
              <a:buClrTx/>
              <a:buSzTx/>
              <a:buFontTx/>
              <a:buNone/>
              <a:tabLst/>
              <a:defRPr/>
            </a:pPr>
            <a:r>
              <a:rPr kumimoji="0" lang="en-US" sz="3600" b="0" i="0" u="none" strike="noStrike" kern="0" cap="none" spc="0" normalizeH="0" baseline="0" noProof="0" dirty="0">
                <a:ln>
                  <a:noFill/>
                </a:ln>
                <a:solidFill>
                  <a:srgbClr val="DCDEE0"/>
                </a:solidFill>
                <a:effectLst/>
                <a:uLnTx/>
                <a:uFillTx/>
                <a:sym typeface="Helvetica Neue"/>
              </a:rPr>
              <a:t> </a:t>
            </a:r>
          </a:p>
        </p:txBody>
      </p:sp>
      <p:sp>
        <p:nvSpPr>
          <p:cNvPr id="16" name="Rectangle 15">
            <a:extLst>
              <a:ext uri="{FF2B5EF4-FFF2-40B4-BE49-F238E27FC236}">
                <a16:creationId xmlns:a16="http://schemas.microsoft.com/office/drawing/2014/main" id="{6EE7FF16-5EA6-C38E-22CD-4FC6B60299AF}"/>
              </a:ext>
            </a:extLst>
          </p:cNvPr>
          <p:cNvSpPr/>
          <p:nvPr/>
        </p:nvSpPr>
        <p:spPr>
          <a:xfrm>
            <a:off x="1907150" y="8928750"/>
            <a:ext cx="10570972" cy="1046440"/>
          </a:xfrm>
          <a:prstGeom prst="rect">
            <a:avLst/>
          </a:prstGeom>
        </p:spPr>
        <p:txBody>
          <a:bodyPr wrap="square">
            <a:spAutoFit/>
          </a:bodyPr>
          <a:lstStyle/>
          <a:p>
            <a:pPr marL="0" marR="0" lvl="0" indent="0" algn="ctr" defTabSz="457200" eaLnBrk="1" fontAlgn="auto" latinLnBrk="0" hangingPunct="1">
              <a:lnSpc>
                <a:spcPct val="100000"/>
              </a:lnSpc>
              <a:spcBef>
                <a:spcPts val="1200"/>
              </a:spcBef>
              <a:spcAft>
                <a:spcPts val="0"/>
              </a:spcAft>
              <a:buClrTx/>
              <a:buSzTx/>
              <a:buFontTx/>
              <a:buNone/>
              <a:tabLst/>
              <a:defRPr/>
            </a:pPr>
            <a:r>
              <a:rPr kumimoji="0" lang="he-IL"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rPr>
              <a:t>לִמְנוֹת יָמֵינוּ, כֵּן הוֹדַע וְנָבִא, לְבַב חָכְמָה</a:t>
            </a:r>
            <a:endParaRPr kumimoji="0" lang="en-US" sz="4800" b="0" i="0" u="none" strike="noStrike" kern="0" cap="none" spc="0" normalizeH="0" baseline="0" noProof="0" dirty="0">
              <a:ln>
                <a:noFill/>
              </a:ln>
              <a:solidFill>
                <a:srgbClr val="DCDEE0"/>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a:p>
            <a:pPr marL="0" marR="0" lvl="0" indent="0" algn="ctr" defTabSz="457200" eaLnBrk="1" fontAlgn="auto" latinLnBrk="0" hangingPunct="1">
              <a:lnSpc>
                <a:spcPct val="100000"/>
              </a:lnSpc>
              <a:spcBef>
                <a:spcPts val="1200"/>
              </a:spcBef>
              <a:spcAft>
                <a:spcPts val="0"/>
              </a:spcAft>
              <a:buClrTx/>
              <a:buSzTx/>
              <a:buFontTx/>
              <a:buNone/>
              <a:tabLst/>
              <a:defRPr/>
            </a:pPr>
            <a:endParaRPr kumimoji="0" lang="en-US" sz="400" b="0" i="0" u="none" strike="noStrike" kern="0" cap="none" spc="0" normalizeH="0" baseline="0" noProof="0" dirty="0">
              <a:ln>
                <a:noFill/>
              </a:ln>
              <a:solidFill>
                <a:srgbClr val="83184E"/>
              </a:solidFill>
              <a:effectLst/>
              <a:uLnTx/>
              <a:uFillTx/>
              <a:latin typeface="MF David" panose="02040603050201020203" pitchFamily="18" charset="-79"/>
              <a:ea typeface="MF David" panose="02040603050201020203" pitchFamily="18" charset="-79"/>
              <a:cs typeface="MF David" panose="02040603050201020203" pitchFamily="18" charset="-79"/>
              <a:sym typeface="Helvetica Neue"/>
            </a:endParaRPr>
          </a:p>
        </p:txBody>
      </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a:solidFill>
                  <a:srgbClr val="B8E3E6"/>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b="1">
                <a:solidFill>
                  <a:srgbClr val="FFFFFF"/>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asher kid’shanu b’mitzvotav</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v’tzivanu l’hadlik</a:t>
            </a:r>
          </a:p>
          <a:p>
            <a:pPr algn="l">
              <a:lnSpc>
                <a:spcPts val="5760"/>
              </a:lnSpc>
            </a:pPr>
            <a:r>
              <a:rPr lang="en-US" sz="3600" dirty="0" err="1">
                <a:solidFill>
                  <a:srgbClr val="FFFFFF"/>
                </a:solidFill>
                <a:latin typeface="Calibri (MS)"/>
                <a:ea typeface="Calibri (MS)"/>
                <a:cs typeface="Calibri (MS)"/>
                <a:sym typeface="Calibri (MS)"/>
              </a:rPr>
              <a:t>ner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shel</a:t>
            </a:r>
            <a:r>
              <a:rPr lang="en-US" sz="3600" dirty="0">
                <a:solidFill>
                  <a:srgbClr val="FFFFFF"/>
                </a:solidFill>
                <a:latin typeface="Calibri (MS)"/>
                <a:ea typeface="Calibri (MS)"/>
                <a:cs typeface="Calibri (MS)"/>
                <a:sym typeface="Calibri (MS)"/>
              </a:rPr>
              <a:t> Shabbat.</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לְהַדְלִיק</a:t>
            </a:r>
          </a:p>
          <a:p>
            <a:pPr algn="r" rtl="1">
              <a:lnSpc>
                <a:spcPts val="5760"/>
              </a:lnSpc>
            </a:pPr>
            <a:r>
              <a:rPr lang="he-IL" sz="4500">
                <a:solidFill>
                  <a:srgbClr val="FFFFFF"/>
                </a:solidFill>
                <a:latin typeface="David Libre"/>
                <a:ea typeface="David Libre"/>
                <a:cs typeface="David Libre"/>
                <a:sym typeface="David Libre"/>
                <a:rtl/>
              </a:rPr>
              <a:t>נֵר שֶׁל שַׁבָּת.</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הַדְלָקַת נֵרוֹת</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Candle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Blessed are You, Adonai our God, Sovereign of all, who makes us holy with mitzvot and calls us to kindle the lights of Shabbat.</a:t>
            </a:r>
          </a:p>
        </p:txBody>
      </p:sp>
      <p:sp>
        <p:nvSpPr>
          <p:cNvPr id="4" name="Freeform 9">
            <a:extLst>
              <a:ext uri="{FF2B5EF4-FFF2-40B4-BE49-F238E27FC236}">
                <a16:creationId xmlns:a16="http://schemas.microsoft.com/office/drawing/2014/main" id="{5C1F008B-3415-12F1-D441-B119571F00E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6459C70-E407-4EAD-A5E9-414C5F2AC5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3743" y="4991100"/>
            <a:ext cx="2099024" cy="3257106"/>
          </a:xfrm>
          <a:prstGeom prst="rect">
            <a:avLst/>
          </a:prstGeom>
        </p:spPr>
      </p:pic>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b="1">
                <a:solidFill>
                  <a:srgbClr val="FFFFFF"/>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borei p’ri hagafen.</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בּוֹרֵא פְּרִי הַגָּפֶן.</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Creator of the fruit of the vine.</a:t>
            </a:r>
          </a:p>
        </p:txBody>
      </p:sp>
      <p:sp>
        <p:nvSpPr>
          <p:cNvPr id="4" name="Freeform 9">
            <a:extLst>
              <a:ext uri="{FF2B5EF4-FFF2-40B4-BE49-F238E27FC236}">
                <a16:creationId xmlns:a16="http://schemas.microsoft.com/office/drawing/2014/main" id="{3427B326-935C-5843-A9FE-22654C398D34}"/>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87BEC5AF-DA4D-15C3-78A7-8E173F3F73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5135" y="4914900"/>
            <a:ext cx="1981200" cy="3467100"/>
          </a:xfrm>
          <a:prstGeom prst="rect">
            <a:avLst/>
          </a:prstGeom>
        </p:spPr>
      </p:pic>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4" name="Freeform 9">
            <a:extLst>
              <a:ext uri="{FF2B5EF4-FFF2-40B4-BE49-F238E27FC236}">
                <a16:creationId xmlns:a16="http://schemas.microsoft.com/office/drawing/2014/main" id="{62C06A95-5B62-13FA-4FA5-F424ED7060A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4D4DC33A-58E0-1777-6616-2CC9ED1D4B71}"/>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495912E-940F-13F6-89FA-AE0D3B027447}"/>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F3E8E8E8-9AEF-29D6-5DA4-93D5D959C26C}"/>
              </a:ext>
            </a:extLst>
          </p:cNvPr>
          <p:cNvSpPr txBox="1"/>
          <p:nvPr/>
        </p:nvSpPr>
        <p:spPr>
          <a:xfrm>
            <a:off x="408659" y="1020736"/>
            <a:ext cx="7772400" cy="4398705"/>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dirty="0" err="1">
                <a:solidFill>
                  <a:srgbClr val="FFFFFF"/>
                </a:solidFill>
                <a:latin typeface="Calibri (MS)"/>
                <a:ea typeface="Calibri (MS)"/>
                <a:cs typeface="Calibri (MS)"/>
                <a:sym typeface="Calibri (MS)"/>
              </a:rPr>
              <a:t>asher</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kid’shanu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b’mitzvotav</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v’ratzah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vanu</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v’Shabbat</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kodsho</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hinchilanu</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zikaron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l’maaseih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v’reishit</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93B4002C-F53D-8A4D-D4F0-F959AF5D37D5}"/>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a:solidFill>
                  <a:srgbClr val="FFFFFF"/>
                </a:solidFill>
                <a:latin typeface="Calibri (MS)"/>
                <a:ea typeface="Calibri (MS)"/>
                <a:cs typeface="Calibri (MS)"/>
                <a:sym typeface="Calibri (MS)"/>
              </a:rPr>
              <a:t>Praise to You, Adonai our God, Sovereign of the universe who, finding favor with us, sanctified us with mitzvot. In love and favor, You made the holy Shabbat our heritage as a reminder of the work of Creation.</a:t>
            </a:r>
          </a:p>
        </p:txBody>
      </p:sp>
      <p:sp>
        <p:nvSpPr>
          <p:cNvPr id="19" name="TextBox 12">
            <a:extLst>
              <a:ext uri="{FF2B5EF4-FFF2-40B4-BE49-F238E27FC236}">
                <a16:creationId xmlns:a16="http://schemas.microsoft.com/office/drawing/2014/main" id="{268BF3B4-B6C3-14CE-67A8-38B23D6F8BFF}"/>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D012F055-AA05-C376-A56E-AEE60AF9A593}"/>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וְרָצָה בָנוּ, וְשַׁבַּת קָדְשׁוֹ</a:t>
            </a:r>
          </a:p>
          <a:p>
            <a:pPr algn="r" rtl="1">
              <a:lnSpc>
                <a:spcPts val="5760"/>
              </a:lnSpc>
            </a:pPr>
            <a:r>
              <a:rPr lang="he-IL" sz="4500">
                <a:solidFill>
                  <a:srgbClr val="FFFFFF"/>
                </a:solidFill>
                <a:latin typeface="David Libre"/>
                <a:ea typeface="David Libre"/>
                <a:cs typeface="David Libre"/>
                <a:sym typeface="David Libre"/>
                <a:rtl/>
              </a:rPr>
              <a:t>בְּאַהֲבָה וּבְרָצוֹן הִנְחִילָנוּ,</a:t>
            </a:r>
          </a:p>
          <a:p>
            <a:pPr algn="r" rtl="1">
              <a:lnSpc>
                <a:spcPts val="5760"/>
              </a:lnSpc>
            </a:pPr>
            <a:r>
              <a:rPr lang="he-IL" sz="4500">
                <a:solidFill>
                  <a:srgbClr val="FFFFFF"/>
                </a:solidFill>
                <a:latin typeface="David Libre"/>
                <a:ea typeface="David Libre"/>
                <a:cs typeface="David Libre"/>
                <a:sym typeface="David Libre"/>
                <a:rtl/>
              </a:rPr>
              <a:t>זִכָּרוֹן לְמַעֲשֵׂה בְרֵאשִׁית.</a:t>
            </a:r>
          </a:p>
        </p:txBody>
      </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a:extLst>
            <a:ext uri="{FF2B5EF4-FFF2-40B4-BE49-F238E27FC236}">
              <a16:creationId xmlns:a16="http://schemas.microsoft.com/office/drawing/2014/main" id="{03626B1B-6CCC-CBC0-2544-2106103A9B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F6178E-82AB-E3D1-24E1-8911F7C7AC2E}"/>
              </a:ext>
            </a:extLst>
          </p:cNvPr>
          <p:cNvGrpSpPr/>
          <p:nvPr/>
        </p:nvGrpSpPr>
        <p:grpSpPr>
          <a:xfrm>
            <a:off x="2257425" y="-28902"/>
            <a:ext cx="13773150" cy="742950"/>
            <a:chOff x="0" y="0"/>
            <a:chExt cx="13058987" cy="704427"/>
          </a:xfrm>
        </p:grpSpPr>
        <p:sp>
          <p:nvSpPr>
            <p:cNvPr id="3" name="Freeform 3">
              <a:extLst>
                <a:ext uri="{FF2B5EF4-FFF2-40B4-BE49-F238E27FC236}">
                  <a16:creationId xmlns:a16="http://schemas.microsoft.com/office/drawing/2014/main" id="{1DF15042-7D92-C0E4-90BC-6F3D76DE084C}"/>
                </a:ext>
              </a:extLst>
            </p:cNvPr>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a:extLst>
              <a:ext uri="{FF2B5EF4-FFF2-40B4-BE49-F238E27FC236}">
                <a16:creationId xmlns:a16="http://schemas.microsoft.com/office/drawing/2014/main" id="{25CADDFF-0A82-40A0-BE21-9E15A8E54CB7}"/>
              </a:ext>
            </a:extLst>
          </p:cNvPr>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a:extLst>
              <a:ext uri="{FF2B5EF4-FFF2-40B4-BE49-F238E27FC236}">
                <a16:creationId xmlns:a16="http://schemas.microsoft.com/office/drawing/2014/main" id="{7A76126F-1CC8-FB5B-FD5A-5C4893CAD8DC}"/>
              </a:ext>
            </a:extLst>
          </p:cNvPr>
          <p:cNvGrpSpPr/>
          <p:nvPr/>
        </p:nvGrpSpPr>
        <p:grpSpPr>
          <a:xfrm>
            <a:off x="14949576" y="675948"/>
            <a:ext cx="3338424" cy="9611052"/>
            <a:chOff x="0" y="0"/>
            <a:chExt cx="879256" cy="2531306"/>
          </a:xfrm>
        </p:grpSpPr>
        <p:sp>
          <p:nvSpPr>
            <p:cNvPr id="7" name="Freeform 7">
              <a:extLst>
                <a:ext uri="{FF2B5EF4-FFF2-40B4-BE49-F238E27FC236}">
                  <a16:creationId xmlns:a16="http://schemas.microsoft.com/office/drawing/2014/main" id="{B3E8A51F-8FF1-3D04-2FA4-EFD7344B9311}"/>
                </a:ext>
              </a:extLst>
            </p:cNvPr>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a:extLst>
                <a:ext uri="{FF2B5EF4-FFF2-40B4-BE49-F238E27FC236}">
                  <a16:creationId xmlns:a16="http://schemas.microsoft.com/office/drawing/2014/main" id="{10E9320F-065E-DAB4-C672-308D11A2AD6B}"/>
                </a:ext>
              </a:extLst>
            </p:cNvPr>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4" name="Freeform 9">
            <a:extLst>
              <a:ext uri="{FF2B5EF4-FFF2-40B4-BE49-F238E27FC236}">
                <a16:creationId xmlns:a16="http://schemas.microsoft.com/office/drawing/2014/main" id="{900C3294-7F2B-AFEB-4160-0B34C543E7A8}"/>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sp>
        <p:nvSpPr>
          <p:cNvPr id="11" name="Baruch atah, Adonai…">
            <a:extLst>
              <a:ext uri="{FF2B5EF4-FFF2-40B4-BE49-F238E27FC236}">
                <a16:creationId xmlns:a16="http://schemas.microsoft.com/office/drawing/2014/main" id="{FBDF162B-C9BC-CC70-F537-795E4C9A9772}"/>
              </a:ext>
            </a:extLst>
          </p:cNvPr>
          <p:cNvSpPr txBox="1">
            <a:spLocks/>
          </p:cNvSpPr>
          <p:nvPr/>
        </p:nvSpPr>
        <p:spPr>
          <a:xfrm>
            <a:off x="10817951" y="2103055"/>
            <a:ext cx="4869143" cy="3481918"/>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50000"/>
              </a:lnSpc>
              <a:spcBef>
                <a:spcPts val="100"/>
              </a:spcBef>
              <a:buFont typeface="Arial" pitchFamily="34" charset="0"/>
              <a:buNone/>
              <a:defRPr sz="2800">
                <a:latin typeface="+mj-lt"/>
                <a:ea typeface="+mj-ea"/>
                <a:cs typeface="+mj-cs"/>
                <a:sym typeface="Garamond"/>
              </a:defRPr>
            </a:pPr>
            <a:endParaRPr lang="en-US" sz="2800" dirty="0">
              <a:latin typeface="+mj-lt"/>
              <a:ea typeface="+mj-ea"/>
              <a:cs typeface="+mj-cs"/>
              <a:sym typeface="Garamond"/>
            </a:endParaRPr>
          </a:p>
        </p:txBody>
      </p:sp>
      <p:sp>
        <p:nvSpPr>
          <p:cNvPr id="14" name="Praise to You, Adonai our God, Sovereign of the universe…">
            <a:extLst>
              <a:ext uri="{FF2B5EF4-FFF2-40B4-BE49-F238E27FC236}">
                <a16:creationId xmlns:a16="http://schemas.microsoft.com/office/drawing/2014/main" id="{99FC4290-26E4-BE2F-4E42-23BB77DF37CD}"/>
              </a:ext>
            </a:extLst>
          </p:cNvPr>
          <p:cNvSpPr txBox="1">
            <a:spLocks/>
          </p:cNvSpPr>
          <p:nvPr/>
        </p:nvSpPr>
        <p:spPr>
          <a:xfrm>
            <a:off x="10823230" y="6242406"/>
            <a:ext cx="9366314" cy="162560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17" name="TextBox 10">
            <a:extLst>
              <a:ext uri="{FF2B5EF4-FFF2-40B4-BE49-F238E27FC236}">
                <a16:creationId xmlns:a16="http://schemas.microsoft.com/office/drawing/2014/main" id="{6DB65069-AFB5-1C23-5FE8-141255093B53}"/>
              </a:ext>
            </a:extLst>
          </p:cNvPr>
          <p:cNvSpPr txBox="1"/>
          <p:nvPr/>
        </p:nvSpPr>
        <p:spPr>
          <a:xfrm>
            <a:off x="408659" y="1020736"/>
            <a:ext cx="7772400" cy="5142498"/>
          </a:xfrm>
          <a:prstGeom prst="rect">
            <a:avLst/>
          </a:prstGeom>
        </p:spPr>
        <p:txBody>
          <a:bodyPr lIns="0" tIns="0" rIns="0" bIns="0" rtlCol="0" anchor="t">
            <a:spAutoFit/>
          </a:bodyPr>
          <a:lstStyle/>
          <a:p>
            <a:pPr algn="l">
              <a:lnSpc>
                <a:spcPts val="5760"/>
              </a:lnSpc>
            </a:pPr>
            <a:r>
              <a:rPr lang="en-US" sz="3600" dirty="0">
                <a:solidFill>
                  <a:srgbClr val="FFFFFF"/>
                </a:solidFill>
                <a:latin typeface="Calibri (MS)"/>
                <a:ea typeface="Calibri (MS)"/>
                <a:cs typeface="Calibri (MS)"/>
                <a:sym typeface="Calibri (MS)"/>
              </a:rPr>
              <a:t>Ki hu </a:t>
            </a:r>
            <a:r>
              <a:rPr lang="en-US" sz="3600" dirty="0" err="1">
                <a:solidFill>
                  <a:srgbClr val="FFFFFF"/>
                </a:solidFill>
                <a:latin typeface="Calibri (MS)"/>
                <a:ea typeface="Calibri (MS)"/>
                <a:cs typeface="Calibri (MS)"/>
                <a:sym typeface="Calibri (MS)"/>
              </a:rPr>
              <a:t>yom</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t’chilah</a:t>
            </a:r>
            <a:r>
              <a:rPr lang="en-US" sz="3600" dirty="0">
                <a:solidFill>
                  <a:srgbClr val="FFFFFF"/>
                </a:solidFill>
                <a:latin typeface="Calibri (MS)"/>
                <a:ea typeface="Calibri (MS)"/>
                <a:cs typeface="Calibri (MS)"/>
                <a:sym typeface="Calibri (MS)"/>
              </a:rPr>
              <a:t> </a:t>
            </a:r>
          </a:p>
          <a:p>
            <a:pPr algn="l">
              <a:lnSpc>
                <a:spcPts val="5760"/>
              </a:lnSpc>
            </a:pPr>
            <a:r>
              <a:rPr lang="en-US" sz="3600" dirty="0" err="1">
                <a:solidFill>
                  <a:srgbClr val="FFFFFF"/>
                </a:solidFill>
                <a:latin typeface="Calibri (MS)"/>
                <a:ea typeface="Calibri (MS)"/>
                <a:cs typeface="Calibri (MS)"/>
                <a:sym typeface="Calibri (MS)"/>
              </a:rPr>
              <a:t>l’mikra-ei</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kodesh</a:t>
            </a:r>
            <a:r>
              <a:rPr lang="en-US" sz="3600" dirty="0">
                <a:solidFill>
                  <a:srgbClr val="FFFFFF"/>
                </a:solidFill>
                <a:latin typeface="Calibri (MS)"/>
                <a:ea typeface="Calibri (MS)"/>
                <a:cs typeface="Calibri (MS)"/>
                <a:sym typeface="Calibri (MS)"/>
              </a:rPr>
              <a:t>, </a:t>
            </a:r>
          </a:p>
          <a:p>
            <a:pPr algn="l">
              <a:lnSpc>
                <a:spcPts val="5760"/>
              </a:lnSpc>
            </a:pPr>
            <a:r>
              <a:rPr lang="en-US" sz="3600">
                <a:solidFill>
                  <a:srgbClr val="FFFFFF"/>
                </a:solidFill>
                <a:latin typeface="Calibri (MS)"/>
                <a:ea typeface="Calibri (MS)"/>
                <a:cs typeface="Calibri (MS)"/>
                <a:sym typeface="Calibri (MS)"/>
              </a:rPr>
              <a:t>zeicher litziat Mitzrayim.</a:t>
            </a:r>
          </a:p>
          <a:p>
            <a:pPr algn="l">
              <a:lnSpc>
                <a:spcPts val="5760"/>
              </a:lnSpc>
            </a:pPr>
            <a:r>
              <a:rPr lang="en-US" sz="3600">
                <a:solidFill>
                  <a:srgbClr val="FFFFFF"/>
                </a:solidFill>
                <a:latin typeface="Calibri (MS)"/>
                <a:ea typeface="Calibri (MS)"/>
                <a:cs typeface="Calibri (MS)"/>
                <a:sym typeface="Calibri (MS)"/>
              </a:rPr>
              <a:t>Ki vanu vacharta v’otanu</a:t>
            </a:r>
          </a:p>
          <a:p>
            <a:pPr algn="l">
              <a:lnSpc>
                <a:spcPts val="5760"/>
              </a:lnSpc>
            </a:pPr>
            <a:r>
              <a:rPr lang="en-US" sz="3600">
                <a:solidFill>
                  <a:srgbClr val="FFFFFF"/>
                </a:solidFill>
                <a:latin typeface="Calibri (MS)"/>
                <a:ea typeface="Calibri (MS)"/>
                <a:cs typeface="Calibri (MS)"/>
                <a:sym typeface="Calibri (MS)"/>
              </a:rPr>
              <a:t>kidashta mikol haamim,</a:t>
            </a:r>
          </a:p>
          <a:p>
            <a:pPr algn="l">
              <a:lnSpc>
                <a:spcPts val="5760"/>
              </a:lnSpc>
            </a:pPr>
            <a:endParaRPr lang="en-US" sz="3600" dirty="0">
              <a:solidFill>
                <a:srgbClr val="FFFFFF"/>
              </a:solidFill>
              <a:latin typeface="Calibri (MS)"/>
              <a:ea typeface="Calibri (MS)"/>
              <a:cs typeface="Calibri (MS)"/>
              <a:sym typeface="Calibri (MS)"/>
            </a:endParaRPr>
            <a:r>
              <a:rPr lang="en-US" sz="3600">
                <a:solidFill>
                  <a:srgbClr val="FFFFFF"/>
                </a:solidFill>
                <a:latin typeface="Calibri (MS)"/>
                <a:ea typeface="Calibri (MS)"/>
                <a:cs typeface="Calibri (MS)"/>
                <a:sym typeface="Calibri (MS)"/>
              </a:rPr>
              <a:t>v’Shabbat kodsh’cha</a:t>
            </a:r>
          </a:p>
          <a:p>
            <a:pPr algn="l">
              <a:lnSpc>
                <a:spcPts val="5760"/>
              </a:lnSpc>
            </a:pPr>
            <a:r>
              <a:rPr lang="en-US" sz="3600" dirty="0" err="1">
                <a:solidFill>
                  <a:srgbClr val="FFFFFF"/>
                </a:solidFill>
                <a:latin typeface="Calibri (MS)"/>
                <a:ea typeface="Calibri (MS)"/>
                <a:cs typeface="Calibri (MS)"/>
                <a:sym typeface="Calibri (MS)"/>
              </a:rPr>
              <a:t>b’ahavah</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uv’ratzon</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hinchaltanu</a:t>
            </a:r>
            <a:r>
              <a:rPr lang="en-US" sz="3600" dirty="0">
                <a:solidFill>
                  <a:srgbClr val="FFFFFF"/>
                </a:solidFill>
                <a:latin typeface="Calibri (MS)"/>
                <a:ea typeface="Calibri (MS)"/>
                <a:cs typeface="Calibri (MS)"/>
                <a:sym typeface="Calibri (MS)"/>
              </a:rPr>
              <a:t>.</a:t>
            </a:r>
          </a:p>
        </p:txBody>
      </p:sp>
      <p:sp>
        <p:nvSpPr>
          <p:cNvPr id="18" name="TextBox 18">
            <a:extLst>
              <a:ext uri="{FF2B5EF4-FFF2-40B4-BE49-F238E27FC236}">
                <a16:creationId xmlns:a16="http://schemas.microsoft.com/office/drawing/2014/main" id="{0F6DBB6B-842A-7840-F1D7-B445E2E18B93}"/>
              </a:ext>
            </a:extLst>
          </p:cNvPr>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As first among our sacred days, it recalls the Exodus from Egypt.  You chose us and set us apart from the peoples. In love and favor You have given us Your holy Shabbat as an inheritance. Praise to You, Adonai, who sanctifies Shabbat. </a:t>
            </a:r>
          </a:p>
        </p:txBody>
      </p:sp>
      <p:sp>
        <p:nvSpPr>
          <p:cNvPr id="19" name="TextBox 12">
            <a:extLst>
              <a:ext uri="{FF2B5EF4-FFF2-40B4-BE49-F238E27FC236}">
                <a16:creationId xmlns:a16="http://schemas.microsoft.com/office/drawing/2014/main" id="{28E978E9-A089-0987-FFFF-081307C89377}"/>
              </a:ext>
            </a:extLst>
          </p:cNvPr>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קִדּוּשׁ</a:t>
            </a:r>
          </a:p>
        </p:txBody>
      </p:sp>
      <p:sp>
        <p:nvSpPr>
          <p:cNvPr id="20" name="TextBox 15">
            <a:extLst>
              <a:ext uri="{FF2B5EF4-FFF2-40B4-BE49-F238E27FC236}">
                <a16:creationId xmlns:a16="http://schemas.microsoft.com/office/drawing/2014/main" id="{89338B2B-C1F9-3880-D4C8-09E691F0FAC2}"/>
              </a:ext>
            </a:extLst>
          </p:cNvPr>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dirty="0">
                <a:solidFill>
                  <a:srgbClr val="FFFFFF"/>
                </a:solidFill>
                <a:latin typeface="Calibri (MS) Bold"/>
                <a:ea typeface="Calibri (MS) Bold"/>
                <a:cs typeface="Calibri (MS) Bold"/>
                <a:sym typeface="Calibri (MS) Bold"/>
              </a:rPr>
              <a:t>Kiddush</a:t>
            </a:r>
          </a:p>
        </p:txBody>
      </p:sp>
      <p:sp>
        <p:nvSpPr>
          <p:cNvPr id="10" name="Baruch atah, Adonai, m’kadeish HaShabbat.">
            <a:extLst>
              <a:ext uri="{FF2B5EF4-FFF2-40B4-BE49-F238E27FC236}">
                <a16:creationId xmlns:a16="http://schemas.microsoft.com/office/drawing/2014/main" id="{131D536A-ADB7-E7BC-6D69-ADD3EF6CFC14}"/>
              </a:ext>
            </a:extLst>
          </p:cNvPr>
          <p:cNvSpPr txBox="1">
            <a:spLocks/>
          </p:cNvSpPr>
          <p:nvPr/>
        </p:nvSpPr>
        <p:spPr>
          <a:xfrm>
            <a:off x="2803642" y="7572402"/>
            <a:ext cx="9366314" cy="636839"/>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solidFill>
                  <a:schemeClr val="bg1"/>
                </a:solidFill>
              </a:rPr>
              <a:t>Baruch atah, Adonai, m’kadeish haShabbat.</a:t>
            </a:r>
          </a:p>
        </p:txBody>
      </p:sp>
      <p:sp>
        <p:nvSpPr>
          <p:cNvPr id="12" name="Praise to You, Adonai, who sanctifies Shabbat.">
            <a:extLst>
              <a:ext uri="{FF2B5EF4-FFF2-40B4-BE49-F238E27FC236}">
                <a16:creationId xmlns:a16="http://schemas.microsoft.com/office/drawing/2014/main" id="{E64C5203-8F3B-F4F4-A760-8DA4C1A28562}"/>
              </a:ext>
            </a:extLst>
          </p:cNvPr>
          <p:cNvSpPr txBox="1">
            <a:spLocks/>
          </p:cNvSpPr>
          <p:nvPr/>
        </p:nvSpPr>
        <p:spPr>
          <a:xfrm>
            <a:off x="2803642" y="8073360"/>
            <a:ext cx="9366314" cy="482181"/>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sp>
        <p:nvSpPr>
          <p:cNvPr id="21" name="Hebrew Body"/>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כִּי הוּא יוֹם תְּחִלָּה</a:t>
            </a:r>
          </a:p>
          <a:p>
            <a:pPr algn="r" rtl="1">
              <a:lnSpc>
                <a:spcPts val="5760"/>
              </a:lnSpc>
            </a:pPr>
            <a:r>
              <a:rPr lang="he-IL" sz="4500">
                <a:solidFill>
                  <a:srgbClr val="FFFFFF"/>
                </a:solidFill>
                <a:latin typeface="David Libre"/>
                <a:ea typeface="David Libre"/>
                <a:cs typeface="David Libre"/>
                <a:sym typeface="David Libre"/>
                <a:rtl/>
              </a:rPr>
              <a:t>לְמִקְרָאֵי קֹדֶשׁ,</a:t>
            </a:r>
          </a:p>
          <a:p>
            <a:pPr algn="r" rtl="1">
              <a:lnSpc>
                <a:spcPts val="5760"/>
              </a:lnSpc>
            </a:pPr>
            <a:r>
              <a:rPr lang="he-IL" sz="4500">
                <a:solidFill>
                  <a:srgbClr val="FFFFFF"/>
                </a:solidFill>
                <a:latin typeface="David Libre"/>
                <a:ea typeface="David Libre"/>
                <a:cs typeface="David Libre"/>
                <a:sym typeface="David Libre"/>
                <a:rtl/>
              </a:rPr>
              <a:t>זֵכֶר לִיצִיאַת מִצְרָיִם.</a:t>
            </a:r>
          </a:p>
          <a:p>
            <a:pPr algn="r" rtl="1">
              <a:lnSpc>
                <a:spcPts val="5760"/>
              </a:lnSpc>
            </a:pPr>
            <a:r>
              <a:rPr lang="he-IL" sz="4500">
                <a:solidFill>
                  <a:srgbClr val="FFFFFF"/>
                </a:solidFill>
                <a:latin typeface="David Libre"/>
                <a:ea typeface="David Libre"/>
                <a:cs typeface="David Libre"/>
                <a:sym typeface="David Libre"/>
                <a:rtl/>
              </a:rPr>
              <a:t>כִּי בָנוּ בָחַרְתָּ וְאוֹתָנוּ</a:t>
            </a:r>
          </a:p>
          <a:p>
            <a:pPr algn="r" rtl="1">
              <a:lnSpc>
                <a:spcPts val="5760"/>
              </a:lnSpc>
            </a:pPr>
            <a:r>
              <a:rPr lang="he-IL" sz="4500">
                <a:solidFill>
                  <a:srgbClr val="FFFFFF"/>
                </a:solidFill>
                <a:latin typeface="David Libre"/>
                <a:ea typeface="David Libre"/>
                <a:cs typeface="David Libre"/>
                <a:sym typeface="David Libre"/>
                <a:rtl/>
              </a:rPr>
              <a:t>קִדַּשְׁתָּ מִכָּל הָעַמִּים,</a:t>
            </a:r>
          </a:p>
          <a:p>
            <a:pPr algn="r" rtl="1">
              <a:lnSpc>
                <a:spcPts val="5760"/>
              </a:lnSpc>
            </a:pPr>
            <a:r>
              <a:rPr lang="he-IL" sz="4500">
                <a:solidFill>
                  <a:srgbClr val="FFFFFF"/>
                </a:solidFill>
                <a:latin typeface="David Libre"/>
                <a:ea typeface="David Libre"/>
                <a:cs typeface="David Libre"/>
                <a:sym typeface="David Libre"/>
                <a:rtl/>
              </a:rPr>
              <a:t>וְשַׁבַּת קָדְשְׁךָ</a:t>
            </a:r>
          </a:p>
          <a:p>
            <a:pPr algn="r" rtl="1">
              <a:lnSpc>
                <a:spcPts val="5760"/>
              </a:lnSpc>
            </a:pPr>
            <a:r>
              <a:rPr lang="he-IL" sz="4500">
                <a:solidFill>
                  <a:srgbClr val="FFFFFF"/>
                </a:solidFill>
                <a:latin typeface="David Libre"/>
                <a:ea typeface="David Libre"/>
                <a:cs typeface="David Libre"/>
                <a:sym typeface="David Libre"/>
                <a:rtl/>
              </a:rPr>
              <a:t>בְּאַהֲבָה וּבְרָצוֹן הִנְחַלְתָּנוּ.</a:t>
            </a:r>
          </a:p>
        </p:txBody>
      </p:sp>
      <p:sp>
        <p:nvSpPr>
          <p:cNvPr id="22" name="Hebrew Chatimah"/>
          <p:cNvSpPr txBox="1"/>
          <p:nvPr/>
        </p:nvSpPr>
        <p:spPr>
          <a:xfrm>
            <a:off x="2803642" y="6705600"/>
            <a:ext cx="9366314" cy="813816"/>
          </a:xfrm>
          <a:prstGeom prst="rect">
            <a:avLst/>
          </a:prstGeom>
        </p:spPr>
        <p:txBody>
          <a:bodyPr lIns="0" tIns="0" rIns="0" bIns="0" rtlCol="0" anchor="t">
            <a:spAutoFit/>
          </a:bodyPr>
          <a:lstStyle/>
          <a:p>
            <a:pPr algn="ctr" rtl="1">
              <a:lnSpc>
                <a:spcPts val="5760"/>
              </a:lnSpc>
            </a:pPr>
            <a:r>
              <a:rPr lang="he-IL" sz="4500">
                <a:solidFill>
                  <a:srgbClr val="FFFFFF"/>
                </a:solidFill>
                <a:latin typeface="David Libre"/>
                <a:ea typeface="David Libre"/>
                <a:cs typeface="David Libre"/>
                <a:sym typeface="David Libre"/>
                <a:rtl/>
              </a:rPr>
              <a:t>בָּרוּךְ אַתָּה, יְיָ, מְקַדֵּשׁ הַשַּׁבָּת.</a:t>
            </a:r>
          </a:p>
        </p:txBody>
      </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b="1">
                <a:solidFill>
                  <a:srgbClr val="FFFFFF"/>
                </a:solidFill>
                <a:latin typeface="Calibri (MS)"/>
                <a:cs typeface="Calibri (MS)"/>
              </a:rPr>
              <a:t>• Kiddush</a:t>
            </a:r>
          </a:p>
          <a:p>
            <a:pPr algn="l" marL="365760" indent="0">
              <a:lnSpc>
                <a:spcPts val="2000"/>
              </a:lnSpc>
            </a:pPr>
            <a:r>
              <a:rPr lang="en-US" sz="1400">
                <a:solidFill>
                  <a:srgbClr val="FFFFFF"/>
                </a:solidFill>
                <a:latin typeface="Calibri (MS)"/>
                <a:cs typeface="Calibri (MS)"/>
              </a:rPr>
              <a:t>○ ○ ●</a:t>
            </a:r>
          </a:p>
          <a:p>
            <a:pPr algn="l" marL="182880" indent="0">
              <a:lnSpc>
                <a:spcPts val="2200"/>
              </a:lnSpc>
            </a:pPr>
            <a:r>
              <a:rPr lang="en-US" sz="1800">
                <a:solidFill>
                  <a:srgbClr val="B8E3E6"/>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extLst>
      <p:ext uri="{BB962C8B-B14F-4D97-AF65-F5344CB8AC3E}">
        <p14:creationId xmlns:p14="http://schemas.microsoft.com/office/powerpoint/2010/main" val="276495356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ea typeface="Calibri (MS)"/>
                <a:cs typeface="Calibri (MS)"/>
                <a:sym typeface="Calibri (MS)"/>
              </a:rPr>
              <a:t>Baruch atah, Adonai,</a:t>
            </a:r>
          </a:p>
          <a:p>
            <a:pPr algn="l">
              <a:lnSpc>
                <a:spcPts val="5760"/>
              </a:lnSpc>
            </a:pPr>
            <a:r>
              <a:rPr lang="en-US" sz="3600">
                <a:solidFill>
                  <a:srgbClr val="FFFFFF"/>
                </a:solidFill>
                <a:latin typeface="Calibri (MS)"/>
                <a:ea typeface="Calibri (MS)"/>
                <a:cs typeface="Calibri (MS)"/>
                <a:sym typeface="Calibri (MS)"/>
              </a:rPr>
              <a:t>Eloheinu Melech haolam,</a:t>
            </a:r>
          </a:p>
          <a:p>
            <a:pPr algn="l">
              <a:lnSpc>
                <a:spcPts val="5760"/>
              </a:lnSpc>
            </a:pPr>
            <a:r>
              <a:rPr lang="en-US" sz="3600">
                <a:solidFill>
                  <a:srgbClr val="FFFFFF"/>
                </a:solidFill>
                <a:latin typeface="Calibri (MS)"/>
                <a:ea typeface="Calibri (MS)"/>
                <a:cs typeface="Calibri (MS)"/>
                <a:sym typeface="Calibri (MS)"/>
              </a:rPr>
              <a:t>hamotzi lechem min haaretz.</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הַמּוֹצִיא לֶחֶם מִן הָאָרֶץ.</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הַמּוֹצִיא</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Hamotzi</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ts val="3359"/>
              </a:lnSpc>
            </a:pPr>
            <a:r>
              <a:rPr lang="en-US" sz="2799" dirty="0">
                <a:solidFill>
                  <a:srgbClr val="FFFFFF"/>
                </a:solidFill>
                <a:latin typeface="Calibri (MS)"/>
                <a:ea typeface="Calibri (MS)"/>
                <a:cs typeface="Calibri (MS)"/>
                <a:sym typeface="Calibri (MS)"/>
              </a:rPr>
              <a:t>Blessed are You, Adonai our God, Sovereign of all, who brings forth bread from the earth.</a:t>
            </a:r>
          </a:p>
        </p:txBody>
      </p:sp>
      <p:sp>
        <p:nvSpPr>
          <p:cNvPr id="4" name="Freeform 9">
            <a:extLst>
              <a:ext uri="{FF2B5EF4-FFF2-40B4-BE49-F238E27FC236}">
                <a16:creationId xmlns:a16="http://schemas.microsoft.com/office/drawing/2014/main" id="{93202261-E96D-1704-7E6A-046D74EB3A12}"/>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71E9A0ED-B5A5-C39B-C899-FEA276732E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7229" y="5481474"/>
            <a:ext cx="3581887" cy="1809034"/>
          </a:xfrm>
          <a:prstGeom prst="rect">
            <a:avLst/>
          </a:prstGeom>
        </p:spPr>
      </p:pic>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FFFFFF"/>
                </a:solidFill>
                <a:latin typeface="Calibri (MS)"/>
                <a:cs typeface="Calibri (MS)"/>
              </a:rPr>
              <a:t>▾ Prayers of Welcome</a:t>
            </a:r>
          </a:p>
          <a:p>
            <a:pPr algn="l" marL="182880" indent="0">
              <a:lnSpc>
                <a:spcPts val="2200"/>
              </a:lnSpc>
            </a:pPr>
            <a:r>
              <a:rPr lang="en-US" sz="1800">
                <a:solidFill>
                  <a:srgbClr val="B8E3E6"/>
                </a:solidFill>
                <a:latin typeface="Calibri (MS)"/>
                <a:cs typeface="Calibri (MS)"/>
              </a:rPr>
              <a:t>• Candles</a:t>
            </a:r>
          </a:p>
          <a:p>
            <a:pPr algn="l" marL="182880" indent="0">
              <a:lnSpc>
                <a:spcPts val="2200"/>
              </a:lnSpc>
            </a:pPr>
            <a:r>
              <a:rPr lang="en-US" sz="1800">
                <a:solidFill>
                  <a:srgbClr val="B8E3E6"/>
                </a:solidFill>
                <a:latin typeface="Calibri (MS)"/>
                <a:cs typeface="Calibri (MS)"/>
              </a:rPr>
              <a:t>• Kiddush</a:t>
            </a:r>
          </a:p>
          <a:p>
            <a:pPr algn="l" marL="182880" indent="0">
              <a:lnSpc>
                <a:spcPts val="2200"/>
              </a:lnSpc>
            </a:pPr>
            <a:r>
              <a:rPr lang="en-US" sz="1800" b="1">
                <a:solidFill>
                  <a:srgbClr val="FFFFFF"/>
                </a:solidFill>
                <a:latin typeface="Calibri (MS)"/>
                <a:cs typeface="Calibri (MS)"/>
              </a:rPr>
              <a:t>• Motzi</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08659" y="1020736"/>
            <a:ext cx="7772400" cy="3969100"/>
          </a:xfrm>
          <a:prstGeom prst="rect">
            <a:avLst/>
          </a:prstGeom>
        </p:spPr>
        <p:txBody>
          <a:bodyPr lIns="0" tIns="0" rIns="0" bIns="0" rtlCol="0" anchor="t">
            <a:spAutoFit/>
          </a:bodyPr>
          <a:lstStyle/>
          <a:p>
            <a:pPr algn="l">
              <a:lnSpc>
                <a:spcPts val="8000"/>
              </a:lnSpc>
            </a:pPr>
            <a:r>
              <a:rPr lang="en-US" sz="3600">
                <a:solidFill>
                  <a:srgbClr val="FFFFFF"/>
                </a:solidFill>
                <a:latin typeface="Calibri (MS)"/>
                <a:ea typeface="Calibri (MS)"/>
                <a:cs typeface="Calibri (MS)"/>
                <a:sym typeface="Calibri (MS)"/>
              </a:rPr>
              <a:t>Y’varech’cha Adonai v’yishm’recha.</a:t>
            </a:r>
          </a:p>
          <a:p>
            <a:pPr algn="l">
              <a:lnSpc>
                <a:spcPts val="8000"/>
              </a:lnSpc>
            </a:pPr>
            <a:r>
              <a:rPr lang="en-US" sz="3600">
                <a:solidFill>
                  <a:srgbClr val="FFFFFF"/>
                </a:solidFill>
                <a:latin typeface="Calibri (MS)"/>
                <a:ea typeface="Calibri (MS)"/>
                <a:cs typeface="Calibri (MS)"/>
                <a:sym typeface="Calibri (MS)"/>
              </a:rPr>
              <a:t>Ya’eir Adonai panav eilecha vichuneka.</a:t>
            </a:r>
          </a:p>
          <a:p>
            <a:pPr algn="l">
              <a:lnSpc>
                <a:spcPts val="8000"/>
              </a:lnSpc>
            </a:pPr>
            <a:r>
              <a:rPr lang="en-US" sz="3600" dirty="0">
                <a:solidFill>
                  <a:srgbClr val="FFFFFF"/>
                </a:solidFill>
                <a:latin typeface="Calibri (MS)"/>
                <a:ea typeface="Calibri (MS)"/>
                <a:cs typeface="Calibri (MS)"/>
                <a:sym typeface="Calibri (MS)"/>
              </a:rPr>
              <a:t>Yisa Adonai </a:t>
            </a:r>
            <a:r>
              <a:rPr lang="en-US" sz="3600" dirty="0" err="1">
                <a:solidFill>
                  <a:srgbClr val="FFFFFF"/>
                </a:solidFill>
                <a:latin typeface="Calibri (MS)"/>
                <a:ea typeface="Calibri (MS)"/>
                <a:cs typeface="Calibri (MS)"/>
                <a:sym typeface="Calibri (MS)"/>
              </a:rPr>
              <a:t>panav</a:t>
            </a:r>
            <a:r>
              <a:rPr lang="en-US" sz="3600" dirty="0">
                <a:solidFill>
                  <a:srgbClr val="FFFFFF"/>
                </a:solidFill>
                <a:latin typeface="Calibri (MS)"/>
                <a:ea typeface="Calibri (MS)"/>
                <a:cs typeface="Calibri (MS)"/>
                <a:sym typeface="Calibri (MS)"/>
              </a:rPr>
              <a:t> </a:t>
            </a:r>
            <a:r>
              <a:rPr lang="en-US" sz="3600" dirty="0" err="1">
                <a:solidFill>
                  <a:srgbClr val="FFFFFF"/>
                </a:solidFill>
                <a:latin typeface="Calibri (MS)"/>
                <a:ea typeface="Calibri (MS)"/>
                <a:cs typeface="Calibri (MS)"/>
                <a:sym typeface="Calibri (MS)"/>
              </a:rPr>
              <a:t>eilecha</a:t>
            </a:r>
            <a:endParaRPr lang="en-US" sz="3600" dirty="0">
              <a:solidFill>
                <a:srgbClr val="FFFFFF"/>
              </a:solidFill>
              <a:latin typeface="Calibri (MS)"/>
              <a:ea typeface="Calibri (MS)"/>
              <a:cs typeface="Calibri (MS)"/>
              <a:sym typeface="Calibri (MS)"/>
            </a:endParaRPr>
          </a:p>
          <a:p>
            <a:pPr algn="l">
              <a:lnSpc>
                <a:spcPts val="8000"/>
              </a:lnSpc>
            </a:pPr>
            <a:r>
              <a:rPr lang="en-US" sz="3600">
                <a:solidFill>
                  <a:srgbClr val="FFFFFF"/>
                </a:solidFill>
                <a:latin typeface="Calibri (MS)"/>
                <a:ea typeface="Calibri (MS)"/>
                <a:cs typeface="Calibri (MS)"/>
                <a:sym typeface="Calibri (MS)"/>
              </a:rPr>
              <a:t>v’yasem l’cha shalom.</a:t>
            </a:r>
          </a:p>
        </p:txBody>
      </p:sp>
      <p:sp>
        <p:nvSpPr>
          <p:cNvPr id="11" name="TextBox 11"/>
          <p:cNvSpPr txBox="1"/>
          <p:nvPr/>
        </p:nvSpPr>
        <p:spPr>
          <a:xfrm>
            <a:off x="8665588" y="992057"/>
            <a:ext cx="5794490" cy="3999043"/>
          </a:xfrm>
          <a:prstGeom prst="rect">
            <a:avLst/>
          </a:prstGeom>
        </p:spPr>
        <p:txBody>
          <a:bodyPr lIns="0" tIns="0" rIns="0" bIns="0" rtlCol="0" anchor="t">
            <a:spAutoFit/>
          </a:bodyPr>
          <a:lstStyle/>
          <a:p>
            <a:pPr algn="r" rtl="1">
              <a:lnSpc>
                <a:spcPts val="8000"/>
              </a:lnSpc>
            </a:pPr>
            <a:r>
              <a:rPr lang="he-IL" sz="4500" dirty="0">
                <a:solidFill>
                  <a:srgbClr val="FFFFFF"/>
                </a:solidFill>
                <a:latin typeface="David Libre"/>
                <a:ea typeface="David Libre"/>
                <a:cs typeface="David Libre"/>
                <a:sym typeface="David Libre"/>
                <a:rtl/>
              </a:rPr>
              <a:t>יְבָרֶכְךָ יְיָ</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וְיִשְׁמְרֶךָ.</a:t>
            </a:r>
          </a:p>
          <a:p>
            <a:pPr algn="r" rtl="1">
              <a:lnSpc>
                <a:spcPts val="8000"/>
              </a:lnSpc>
            </a:pPr>
            <a:r>
              <a:rPr lang="he-IL" sz="4500" dirty="0" err="1">
                <a:solidFill>
                  <a:srgbClr val="FFFFFF"/>
                </a:solidFill>
                <a:latin typeface="David Libre"/>
                <a:ea typeface="David Libre"/>
                <a:cs typeface="David Libre"/>
                <a:sym typeface="David Libre"/>
                <a:rtl/>
              </a:rPr>
              <a:t>יָאֵר</a:t>
            </a:r>
            <a:r>
              <a:rPr lang="he-IL" sz="4500" dirty="0">
                <a:solidFill>
                  <a:srgbClr val="FFFFFF"/>
                </a:solidFill>
                <a:latin typeface="David Libre"/>
                <a:ea typeface="David Libre"/>
                <a:cs typeface="David Libre"/>
                <a:sym typeface="David Libre"/>
                <a:rtl/>
              </a:rPr>
              <a:t> יְיָ פָּנָיו אֵלֶיךָ</a:t>
            </a:r>
            <a:r>
              <a:rPr lang="en-US" sz="4500" dirty="0">
                <a:solidFill>
                  <a:srgbClr val="FFFFFF"/>
                </a:solidFill>
                <a:latin typeface="David Libre"/>
                <a:ea typeface="David Libre"/>
                <a:cs typeface="David Libre"/>
                <a:sym typeface="David Libre"/>
                <a:rtl/>
              </a:rPr>
              <a:t> </a:t>
            </a:r>
            <a:r>
              <a:rPr lang="he-IL" sz="4500" dirty="0">
                <a:solidFill>
                  <a:srgbClr val="FFFFFF"/>
                </a:solidFill>
                <a:latin typeface="David Libre"/>
                <a:ea typeface="David Libre"/>
                <a:cs typeface="David Libre"/>
                <a:sym typeface="David Libre"/>
                <a:rtl/>
              </a:rPr>
              <a:t>וִיחֻנֶּךָּ.</a:t>
            </a:r>
          </a:p>
          <a:p>
            <a:pPr algn="r" rtl="1">
              <a:lnSpc>
                <a:spcPts val="8000"/>
              </a:lnSpc>
            </a:pPr>
            <a:r>
              <a:rPr lang="he-IL" sz="4500" dirty="0" err="1">
                <a:solidFill>
                  <a:srgbClr val="FFFFFF"/>
                </a:solidFill>
                <a:latin typeface="David Libre"/>
                <a:ea typeface="David Libre"/>
                <a:cs typeface="David Libre"/>
                <a:sym typeface="David Libre"/>
                <a:rtl/>
              </a:rPr>
              <a:t>יִשָּׂא</a:t>
            </a:r>
            <a:r>
              <a:rPr lang="he-IL" sz="4500" dirty="0">
                <a:solidFill>
                  <a:srgbClr val="FFFFFF"/>
                </a:solidFill>
                <a:latin typeface="David Libre"/>
                <a:ea typeface="David Libre"/>
                <a:cs typeface="David Libre"/>
                <a:sym typeface="David Libre"/>
                <a:rtl/>
              </a:rPr>
              <a:t> יְיָ פָּנָיו אֵלֶיךָ</a:t>
            </a:r>
          </a:p>
          <a:p>
            <a:pPr algn="r" rtl="1">
              <a:lnSpc>
                <a:spcPts val="8000"/>
              </a:lnSpc>
            </a:pPr>
            <a:r>
              <a:rPr lang="he-IL" sz="4500" dirty="0">
                <a:solidFill>
                  <a:srgbClr val="FFFFFF"/>
                </a:solidFill>
                <a:latin typeface="David Libre"/>
                <a:ea typeface="David Libre"/>
                <a:cs typeface="David Libre"/>
                <a:sym typeface="David Libre"/>
                <a:rtl/>
              </a:rPr>
              <a:t>וְיָשֵׂם לְךָ שָׁלוֹם.</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r" rtl="1">
              <a:lnSpc>
                <a:spcPts val="5250"/>
              </a:lnSpc>
            </a:pPr>
            <a:r>
              <a:rPr lang="he-IL" sz="4200">
                <a:solidFill>
                  <a:srgbClr val="FFFFFF"/>
                </a:solidFill>
                <a:latin typeface="David Libre"/>
                <a:ea typeface="David Libre"/>
                <a:cs typeface="David Libre"/>
                <a:sym typeface="David Libre"/>
                <a:rtl/>
              </a:rPr>
              <a:t>בִּרְכַּת כֹּהֲנִים</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lnSpc>
                <a:spcPts val="3839"/>
              </a:lnSpc>
            </a:pPr>
            <a:r>
              <a:rPr lang="en-US" sz="3199" b="1">
                <a:solidFill>
                  <a:srgbClr val="FFFFFF"/>
                </a:solidFill>
                <a:latin typeface="Calibri (MS) Bold"/>
                <a:ea typeface="Calibri (MS) Bold"/>
                <a:cs typeface="Calibri (MS) Bold"/>
                <a:sym typeface="Calibri (MS) Bold"/>
              </a:rPr>
              <a:t>Priestly Blessing</a:t>
            </a:r>
          </a:p>
        </p:txBody>
      </p:sp>
      <p:sp>
        <p:nvSpPr>
          <p:cNvPr id="17" name="Freeform 17"/>
          <p:cNvSpPr/>
          <p:nvPr/>
        </p:nvSpPr>
        <p:spPr>
          <a:xfrm>
            <a:off x="408659" y="8648677"/>
            <a:ext cx="13936542" cy="1395338"/>
          </a:xfrm>
          <a:custGeom>
            <a:avLst/>
            <a:gdLst/>
            <a:ahLst/>
            <a:cxnLst/>
            <a:rect l="l" t="t" r="r" b="b"/>
            <a:pathLst>
              <a:path w="13213907" h="1322987">
                <a:moveTo>
                  <a:pt x="0" y="0"/>
                </a:moveTo>
                <a:lnTo>
                  <a:pt x="13213907" y="0"/>
                </a:lnTo>
                <a:lnTo>
                  <a:pt x="13213907" y="1322987"/>
                </a:lnTo>
                <a:lnTo>
                  <a:pt x="0" y="1322987"/>
                </a:lnTo>
                <a:close/>
              </a:path>
            </a:pathLst>
          </a:custGeom>
        </p:spPr>
        <p:txBody>
          <a:bodyPr anchor="b"/>
          <a:lstStyle/>
          <a:p>
            <a:endParaRPr lang="en-US"/>
          </a:p>
        </p:txBody>
      </p:sp>
      <p:sp>
        <p:nvSpPr>
          <p:cNvPr id="18" name="TextBox 18"/>
          <p:cNvSpPr txBox="1"/>
          <p:nvPr/>
        </p:nvSpPr>
        <p:spPr>
          <a:xfrm>
            <a:off x="408659" y="8578356"/>
            <a:ext cx="13936542" cy="1465659"/>
          </a:xfrm>
          <a:prstGeom prst="rect">
            <a:avLst/>
          </a:prstGeom>
        </p:spPr>
        <p:txBody>
          <a:bodyPr lIns="0" tIns="0" rIns="0" bIns="0" rtlCol="0" anchor="b"/>
          <a:lstStyle/>
          <a:p>
            <a:pPr algn="l">
              <a:lnSpc>
                <a:spcPct val="150000"/>
              </a:lnSpc>
            </a:pPr>
            <a:r>
              <a:rPr lang="en-US" sz="3200" dirty="0">
                <a:solidFill>
                  <a:srgbClr val="FFFFFF"/>
                </a:solidFill>
                <a:latin typeface="Calibri (MS)"/>
                <a:ea typeface="Calibri (MS)"/>
                <a:cs typeface="Calibri (MS)"/>
                <a:sym typeface="Calibri (MS)"/>
              </a:rPr>
              <a:t>May God bless you and keep you. </a:t>
            </a:r>
          </a:p>
          <a:p>
            <a:pPr algn="l">
              <a:lnSpc>
                <a:spcPct val="150000"/>
              </a:lnSpc>
            </a:pPr>
            <a:r>
              <a:rPr lang="en-US" sz="3200" dirty="0">
                <a:solidFill>
                  <a:srgbClr val="FFFFFF"/>
                </a:solidFill>
                <a:latin typeface="Calibri (MS)"/>
                <a:ea typeface="Calibri (MS)"/>
                <a:cs typeface="Calibri (MS)"/>
                <a:sym typeface="Calibri (MS)"/>
              </a:rPr>
              <a:t>May God’s face shine upon you and be gracious to you. </a:t>
            </a:r>
          </a:p>
          <a:p>
            <a:pPr algn="l">
              <a:lnSpc>
                <a:spcPct val="150000"/>
              </a:lnSpc>
            </a:pPr>
            <a:r>
              <a:rPr lang="en-US" sz="3200" dirty="0">
                <a:solidFill>
                  <a:srgbClr val="FFFFFF"/>
                </a:solidFill>
                <a:latin typeface="Calibri (MS)"/>
                <a:ea typeface="Calibri (MS)"/>
                <a:cs typeface="Calibri (MS)"/>
                <a:sym typeface="Calibri (MS)"/>
              </a:rPr>
              <a:t>May God’s face shine upon you and bless you with peace.</a:t>
            </a:r>
          </a:p>
        </p:txBody>
      </p:sp>
      <p:sp>
        <p:nvSpPr>
          <p:cNvPr id="4" name="Freeform 9">
            <a:extLst>
              <a:ext uri="{FF2B5EF4-FFF2-40B4-BE49-F238E27FC236}">
                <a16:creationId xmlns:a16="http://schemas.microsoft.com/office/drawing/2014/main" id="{283C8662-BFE4-CF04-788C-C6D26C64917E}"/>
              </a:ext>
            </a:extLst>
          </p:cNvPr>
          <p:cNvSpPr/>
          <p:nvPr/>
        </p:nvSpPr>
        <p:spPr>
          <a:xfrm>
            <a:off x="15506387" y="8830733"/>
            <a:ext cx="2095813" cy="1242915"/>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3"/>
            <a:stretch>
              <a:fillRect l="-1" t="-40454" r="-6154" b="-38543"/>
            </a:stretch>
          </a:blipFill>
        </p:spPr>
        <p:txBody>
          <a:bodyPr/>
          <a:lstStyle/>
          <a:p>
            <a:endParaRPr lang="en-US" dirty="0"/>
          </a:p>
        </p:txBody>
      </p:sp>
      <p:pic>
        <p:nvPicPr>
          <p:cNvPr id="19" name="Picture 18">
            <a:extLst>
              <a:ext uri="{FF2B5EF4-FFF2-40B4-BE49-F238E27FC236}">
                <a16:creationId xmlns:a16="http://schemas.microsoft.com/office/drawing/2014/main" id="{0C1B6AD8-46A8-F607-DE84-395BDF1C91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3183" y="4989836"/>
            <a:ext cx="2108200" cy="2480235"/>
          </a:xfrm>
          <a:prstGeom prst="rect">
            <a:avLst/>
          </a:prstGeom>
        </p:spPr>
      </p:pic>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b="1">
                <a:solidFill>
                  <a:srgbClr val="FFFFFF"/>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Hineih mah tov u'mah na-im</a:t>
            </a:r>
          </a:p>
          <a:p>
            <a:pPr algn="l">
              <a:lnSpc>
                <a:spcPts val="5760"/>
              </a:lnSpc>
            </a:pPr>
            <a:r>
              <a:rPr lang="en-US" sz="3600">
                <a:solidFill>
                  <a:srgbClr val="FFFFFF"/>
                </a:solidFill>
                <a:latin typeface="Calibri (MS)"/>
                <a:cs typeface="Calibri (MS)"/>
              </a:rPr>
              <a:t>shevet achim gam yachad.</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הִנֵּה מַה־טּוֹב וּמַה־נָּעִים</a:t>
            </a:r>
          </a:p>
          <a:p>
            <a:pPr algn="r" rtl="1">
              <a:lnSpc>
                <a:spcPts val="5760"/>
              </a:lnSpc>
            </a:pPr>
            <a:r>
              <a:rPr lang="he-IL" sz="4500">
                <a:solidFill>
                  <a:srgbClr val="FFFFFF"/>
                </a:solidFill>
                <a:latin typeface="David Libre"/>
                <a:ea typeface="David Libre"/>
                <a:cs typeface="David Libre"/>
                <a:sym typeface="David Libre"/>
                <a:rtl/>
              </a:rPr>
              <a:t>שֶׁבֶת אַחִים גַּם־יָחַד.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הִנֵּה מַה טּוֹב</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Hinei Mah Tov</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FFFFFF"/>
                  </a:solidFill>
                  <a:latin typeface="Calibri (MS)"/>
                  <a:cs typeface="Calibri (MS)"/>
                </a:rPr>
                <a:t>How good and how pleasant it is that brothers and sisters dwell together. (Psalm 133:1)</a:t>
              </a:r>
            </a:p>
          </p:txBody>
        </p:sp>
      </p:gr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FFFFFF"/>
                </a:solidFill>
                <a:latin typeface="Calibri (MS)"/>
                <a:cs typeface="Calibri (MS)"/>
              </a:rPr>
              <a:t>▾ Opening</a:t>
            </a:r>
          </a:p>
          <a:p>
            <a:pPr algn="l" marL="182880" indent="0">
              <a:lnSpc>
                <a:spcPts val="2200"/>
              </a:lnSpc>
            </a:pPr>
            <a:r>
              <a:rPr lang="en-US" sz="1800">
                <a:solidFill>
                  <a:srgbClr val="B8E3E6"/>
                </a:solidFill>
                <a:latin typeface="Calibri (MS)"/>
                <a:cs typeface="Calibri (MS)"/>
              </a:rPr>
              <a:t>• Pledge / HaTikvah</a:t>
            </a:r>
          </a:p>
          <a:p>
            <a:pPr algn="l" marL="182880" indent="0">
              <a:lnSpc>
                <a:spcPts val="2200"/>
              </a:lnSpc>
            </a:pPr>
            <a:r>
              <a:rPr lang="en-US" sz="1800" b="1">
                <a:solidFill>
                  <a:srgbClr val="FFFFFF"/>
                </a:solidFill>
                <a:latin typeface="Calibri (MS)"/>
                <a:cs typeface="Calibri (MS)"/>
              </a:rPr>
              <a:t>• Hinei Mah Tov</a:t>
            </a:r>
          </a:p>
          <a:p>
            <a:pPr algn="l" marL="182880" indent="0">
              <a:lnSpc>
                <a:spcPts val="2200"/>
              </a:lnSpc>
            </a:pPr>
            <a:r>
              <a:rPr lang="en-US" sz="1800">
                <a:solidFill>
                  <a:srgbClr val="B8E3E6"/>
                </a:solidFill>
                <a:latin typeface="Calibri (MS)"/>
                <a:cs typeface="Calibri (MS)"/>
              </a:rPr>
              <a:t>• Living Our Values</a:t>
            </a:r>
          </a:p>
          <a:p>
            <a:pPr algn="l" marL="182880" indent="0">
              <a:lnSpc>
                <a:spcPts val="2200"/>
              </a:lnSpc>
            </a:pPr>
            <a:r>
              <a:rPr lang="en-US" sz="1800">
                <a:solidFill>
                  <a:srgbClr val="B8E3E6"/>
                </a:solidFill>
                <a:latin typeface="Calibri (MS)"/>
                <a:cs typeface="Calibri (MS)"/>
              </a:rPr>
              <a:t>• Modeh Ani</a:t>
            </a:r>
          </a:p>
          <a:p>
            <a:pPr algn="l" marL="182880" indent="0">
              <a:lnSpc>
                <a:spcPts val="2200"/>
              </a:lnSpc>
            </a:pPr>
            <a:r>
              <a:rPr lang="en-US" sz="1800">
                <a:solidFill>
                  <a:srgbClr val="B8E3E6"/>
                </a:solidFill>
                <a:latin typeface="Calibri (MS)"/>
                <a:cs typeface="Calibri (MS)"/>
              </a:rPr>
              <a:t>• Ozi V'zimrat Yah</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Bar'chu et Adonai ham'vorach!</a:t>
            </a:r>
          </a:p>
          <a:p>
            <a:pPr algn="l">
              <a:lnSpc>
                <a:spcPts val="5760"/>
              </a:lnSpc>
            </a:pPr>
            <a:r>
              <a:rPr lang="en-US" sz="3600">
                <a:solidFill>
                  <a:srgbClr val="FFFFFF"/>
                </a:solidFill>
                <a:latin typeface="Calibri (MS)"/>
                <a:cs typeface="Calibri (MS)"/>
              </a:rPr>
              <a:t>Baruch Adonai ham'vorach l'olam va-ed!</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בָּרְכוּ אֶת יְיָ הַמְבֹרָךְ!</a:t>
            </a:r>
          </a:p>
          <a:p>
            <a:pPr algn="r" rtl="1">
              <a:lnSpc>
                <a:spcPts val="5760"/>
              </a:lnSpc>
            </a:pPr>
            <a:r>
              <a:rPr lang="he-IL" sz="4500">
                <a:solidFill>
                  <a:srgbClr val="FFFFFF"/>
                </a:solidFill>
                <a:latin typeface="David Libre"/>
                <a:ea typeface="David Libre"/>
                <a:cs typeface="David Libre"/>
                <a:sym typeface="David Libre"/>
                <a:rtl/>
              </a:rPr>
              <a:t>בָּרוּךְ יְיָ הַמְבֹרָךְ לְעוֹלָם וָעֶד!</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בָּרְכוּ</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Bar'chu</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FFFFFF"/>
                  </a:solidFill>
                  <a:latin typeface="Calibri (MS)"/>
                  <a:cs typeface="Calibri (MS)"/>
                </a:rPr>
                <a:t>Praise Adonai, to whom praise is due! Praise Adonai, to whom praise is due, now and forever!</a:t>
              </a:r>
            </a:p>
          </p:txBody>
        </p:sp>
      </p:gr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b="1">
                <a:solidFill>
                  <a:srgbClr val="FFFFFF"/>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a:solidFill>
                  <a:srgbClr val="B8E3E6"/>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Mi chamochah ba-eilim, Adonai!</a:t>
            </a:r>
          </a:p>
          <a:p>
            <a:pPr algn="l">
              <a:lnSpc>
                <a:spcPts val="5760"/>
              </a:lnSpc>
            </a:pPr>
            <a:r>
              <a:rPr lang="en-US" sz="3600">
                <a:solidFill>
                  <a:srgbClr val="FFFFFF"/>
                </a:solidFill>
                <a:latin typeface="Calibri (MS)"/>
                <a:cs typeface="Calibri (MS)"/>
              </a:rPr>
              <a:t>Mi kamochah nedar bakodesh,</a:t>
            </a:r>
          </a:p>
          <a:p>
            <a:pPr algn="l">
              <a:lnSpc>
                <a:spcPts val="5760"/>
              </a:lnSpc>
            </a:pPr>
            <a:r>
              <a:rPr lang="en-US" sz="3600">
                <a:solidFill>
                  <a:srgbClr val="FFFFFF"/>
                </a:solidFill>
                <a:latin typeface="Calibri (MS)"/>
                <a:cs typeface="Calibri (MS)"/>
              </a:rPr>
              <a:t>nora t'hilot, oseih fele!</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מִי כָמֹכָה בָּאֵלִם יְיָ,</a:t>
            </a:r>
          </a:p>
          <a:p>
            <a:pPr algn="r" rtl="1">
              <a:lnSpc>
                <a:spcPts val="5760"/>
              </a:lnSpc>
            </a:pPr>
            <a:r>
              <a:rPr lang="he-IL" sz="4500">
                <a:solidFill>
                  <a:srgbClr val="FFFFFF"/>
                </a:solidFill>
                <a:latin typeface="David Libre"/>
                <a:ea typeface="David Libre"/>
                <a:cs typeface="David Libre"/>
                <a:sym typeface="David Libre"/>
                <a:rtl/>
              </a:rPr>
              <a:t>מִי כָּמֹכָה נֶאְדָּר בַּקֹּדֶשׁ,</a:t>
            </a:r>
          </a:p>
          <a:p>
            <a:pPr algn="r" rtl="1">
              <a:lnSpc>
                <a:spcPts val="5760"/>
              </a:lnSpc>
            </a:pPr>
            <a:r>
              <a:rPr lang="he-IL" sz="4500">
                <a:solidFill>
                  <a:srgbClr val="FFFFFF"/>
                </a:solidFill>
                <a:latin typeface="David Libre"/>
                <a:ea typeface="David Libre"/>
                <a:cs typeface="David Libre"/>
                <a:sym typeface="David Libre"/>
                <a:rtl/>
              </a:rPr>
              <a:t>נוֹרָא תְהִלֹּת עֹשֵׂה פֶלֶא.</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כָמֹכָה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Chamochah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FFFFFF"/>
                  </a:solidFill>
                  <a:latin typeface="Calibri (MS)"/>
                  <a:cs typeface="Calibri (MS)"/>
                </a:rPr>
                <a:t>Who is like You, Adonai, among the gods that are worshipped? Who is like You, majestic in holiness, awesome in splendor, working wonders!</a:t>
              </a:r>
            </a:p>
          </p:txBody>
        </p:sp>
      </p:gr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FFFFFF"/>
                </a:solidFill>
                <a:latin typeface="Calibri (MS)"/>
                <a:cs typeface="Calibri (MS)"/>
              </a:rPr>
              <a:t>▾ Sh'ma and Its Blessings</a:t>
            </a:r>
          </a:p>
          <a:p>
            <a:pPr algn="l" marL="182880" indent="0">
              <a:lnSpc>
                <a:spcPts val="2200"/>
              </a:lnSpc>
            </a:pPr>
            <a:r>
              <a:rPr lang="en-US" sz="1800">
                <a:solidFill>
                  <a:srgbClr val="B8E3E6"/>
                </a:solidFill>
                <a:latin typeface="Calibri (MS)"/>
                <a:cs typeface="Calibri (MS)"/>
              </a:rPr>
              <a:t>• Bar'chu</a:t>
            </a:r>
          </a:p>
          <a:p>
            <a:pPr algn="l" marL="182880" indent="0">
              <a:lnSpc>
                <a:spcPts val="2200"/>
              </a:lnSpc>
            </a:pPr>
            <a:r>
              <a:rPr lang="en-US" sz="1800">
                <a:solidFill>
                  <a:srgbClr val="B8E3E6"/>
                </a:solidFill>
                <a:latin typeface="Calibri (MS)"/>
                <a:cs typeface="Calibri (MS)"/>
              </a:rPr>
              <a:t>• Sh'ma</a:t>
            </a:r>
          </a:p>
          <a:p>
            <a:pPr algn="l" marL="182880" indent="0">
              <a:lnSpc>
                <a:spcPts val="2200"/>
              </a:lnSpc>
            </a:pPr>
            <a:r>
              <a:rPr lang="en-US" sz="1800">
                <a:solidFill>
                  <a:srgbClr val="B8E3E6"/>
                </a:solidFill>
                <a:latin typeface="Calibri (MS)"/>
                <a:cs typeface="Calibri (MS)"/>
              </a:rPr>
              <a:t>• V'ahavta</a:t>
            </a:r>
          </a:p>
          <a:p>
            <a:pPr algn="l" marL="182880" indent="0">
              <a:lnSpc>
                <a:spcPts val="2200"/>
              </a:lnSpc>
            </a:pPr>
            <a:r>
              <a:rPr lang="en-US" sz="1800" b="1">
                <a:solidFill>
                  <a:srgbClr val="FFFFFF"/>
                </a:solidFill>
                <a:latin typeface="Calibri (MS)"/>
                <a:cs typeface="Calibri (MS)"/>
              </a:rPr>
              <a:t>• Mi Chamochah</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Mi shebeirach avoteinu,</a:t>
            </a:r>
          </a:p>
          <a:p>
            <a:pPr algn="l">
              <a:lnSpc>
                <a:spcPts val="5760"/>
              </a:lnSpc>
            </a:pPr>
            <a:r>
              <a:rPr lang="en-US" sz="3600">
                <a:solidFill>
                  <a:srgbClr val="FFFFFF"/>
                </a:solidFill>
                <a:latin typeface="Calibri (MS)"/>
                <a:cs typeface="Calibri (MS)"/>
              </a:rPr>
              <a:t>m'kor hab'rachah l'imoteinu.</a:t>
            </a:r>
          </a:p>
          <a:p>
            <a:pPr algn="l">
              <a:lnSpc>
                <a:spcPts val="5760"/>
              </a:lnSpc>
            </a:pPr>
            <a:r>
              <a:rPr lang="en-US" sz="3600">
                <a:solidFill>
                  <a:srgbClr val="FFFFFF"/>
                </a:solidFill>
                <a:latin typeface="Calibri (MS)"/>
                <a:cs typeface="Calibri (MS)"/>
              </a:rPr>
              <a:t>Mi shebeirach imoteinu,</a:t>
            </a:r>
          </a:p>
          <a:p>
            <a:pPr algn="l">
              <a:lnSpc>
                <a:spcPts val="5760"/>
              </a:lnSpc>
            </a:pPr>
            <a:r>
              <a:rPr lang="en-US" sz="3600">
                <a:solidFill>
                  <a:srgbClr val="FFFFFF"/>
                </a:solidFill>
                <a:latin typeface="Calibri (MS)"/>
                <a:cs typeface="Calibri (MS)"/>
              </a:rPr>
              <a:t>m'kor hab'rachah la'avoteinu.</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מִי שֶׁבֵּרַךְ אֲבוֹתֵינוּ,</a:t>
            </a:r>
          </a:p>
          <a:p>
            <a:pPr algn="r" rtl="1">
              <a:lnSpc>
                <a:spcPts val="5760"/>
              </a:lnSpc>
            </a:pPr>
            <a:r>
              <a:rPr lang="he-IL" sz="4500">
                <a:solidFill>
                  <a:srgbClr val="FFFFFF"/>
                </a:solidFill>
                <a:latin typeface="David Libre"/>
                <a:ea typeface="David Libre"/>
                <a:cs typeface="David Libre"/>
                <a:sym typeface="David Libre"/>
                <a:rtl/>
              </a:rPr>
              <a:t>מְקוֹר הַבְּרָכָה לְאִמּוֹתֵינוּ.</a:t>
            </a:r>
          </a:p>
          <a:p>
            <a:pPr algn="r" rtl="1">
              <a:lnSpc>
                <a:spcPts val="5760"/>
              </a:lnSpc>
            </a:pPr>
            <a:r>
              <a:rPr lang="he-IL" sz="4500">
                <a:solidFill>
                  <a:srgbClr val="FFFFFF"/>
                </a:solidFill>
                <a:latin typeface="David Libre"/>
                <a:ea typeface="David Libre"/>
                <a:cs typeface="David Libre"/>
                <a:sym typeface="David Libre"/>
                <a:rtl/>
              </a:rPr>
              <a:t>מִי שֶׁבֵּרַךְ אִמּוֹתֵינוּ,</a:t>
            </a:r>
          </a:p>
          <a:p>
            <a:pPr algn="r" rtl="1">
              <a:lnSpc>
                <a:spcPts val="5760"/>
              </a:lnSpc>
            </a:pPr>
            <a:r>
              <a:rPr lang="he-IL" sz="4500">
                <a:solidFill>
                  <a:srgbClr val="FFFFFF"/>
                </a:solidFill>
                <a:latin typeface="David Libre"/>
                <a:ea typeface="David Libre"/>
                <a:cs typeface="David Libre"/>
                <a:sym typeface="David Libre"/>
                <a:rtl/>
              </a:rPr>
              <a:t>מְקוֹר הַבְּרָכָה לַאֲבוֹתֵינוּ.</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FFFFFF"/>
                  </a:solidFill>
                  <a:latin typeface="Calibri (MS)"/>
                  <a:cs typeface="Calibri (MS)"/>
                </a:rPr>
                <a:t>May the One who blessed our fathers be the source of blessing for our mothers; may the One who blessed our mothers be the source of blessing for our fathers.</a:t>
              </a:r>
            </a:p>
          </p:txBody>
        </p:sp>
      </p:gr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English refrain — Debbie Friedman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מִי שֶׁבֵּרַךְ</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Mi Shebeirach</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B8E3E6"/>
                  </a:solidFill>
                  <a:latin typeface="Calibri (MS)"/>
                  <a:cs typeface="Calibri (MS)"/>
                </a:rPr>
                <a:t>Friedman's English refrain is her own copyrighted lyric, so it is not reproduced here. Paste in the school's existing slide.</a:t>
              </a:r>
            </a:p>
          </p:txBody>
        </p:sp>
      </p:gr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FFFFFF"/>
                </a:solidFill>
                <a:latin typeface="Calibri (MS)"/>
                <a:cs typeface="Calibri (MS)"/>
              </a:rPr>
              <a:t>▾ Amidah</a:t>
            </a:r>
          </a:p>
          <a:p>
            <a:pPr algn="l" marL="182880" indent="0">
              <a:lnSpc>
                <a:spcPts val="2200"/>
              </a:lnSpc>
            </a:pPr>
            <a:r>
              <a:rPr lang="en-US" sz="1800">
                <a:solidFill>
                  <a:srgbClr val="B8E3E6"/>
                </a:solidFill>
                <a:latin typeface="Calibri (MS)"/>
                <a:cs typeface="Calibri (MS)"/>
              </a:rPr>
              <a:t>• Amidah</a:t>
            </a:r>
          </a:p>
          <a:p>
            <a:pPr algn="l" marL="182880" indent="0">
              <a:lnSpc>
                <a:spcPts val="2200"/>
              </a:lnSpc>
            </a:pPr>
            <a:r>
              <a:rPr lang="en-US" sz="1800" b="1">
                <a:solidFill>
                  <a:srgbClr val="FFFFFF"/>
                </a:solidFill>
                <a:latin typeface="Calibri (MS)"/>
                <a:cs typeface="Calibri (MS)"/>
              </a:rPr>
              <a:t>• Mi Shebeirach</a:t>
            </a:r>
          </a:p>
          <a:p>
            <a:pPr algn="l" marL="365760" indent="0">
              <a:lnSpc>
                <a:spcPts val="2000"/>
              </a:lnSpc>
            </a:pPr>
            <a:r>
              <a:rPr lang="en-US" sz="1400">
                <a:solidFill>
                  <a:srgbClr val="FFFFFF"/>
                </a:solidFill>
                <a:latin typeface="Calibri (MS)"/>
                <a:cs typeface="Calibri (MS)"/>
              </a:rPr>
              <a:t>○ ●</a:t>
            </a:r>
          </a:p>
          <a:p>
            <a:pPr algn="l" marL="182880" indent="0">
              <a:lnSpc>
                <a:spcPts val="2200"/>
              </a:lnSpc>
            </a:pPr>
            <a:r>
              <a:rPr lang="en-US" sz="1800">
                <a:solidFill>
                  <a:srgbClr val="B8E3E6"/>
                </a:solidFill>
                <a:latin typeface="Calibri (MS)"/>
                <a:cs typeface="Calibri (MS)"/>
              </a:rPr>
              <a:t>• Oseh Shalom</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Class Song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שִׁיר הַכִּתָּה</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Class Song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B8E3E6"/>
                  </a:solidFill>
                  <a:latin typeface="Calibri (MS)"/>
                  <a:cs typeface="Calibri (MS)"/>
                </a:rPr>
                <a:t>Changes weekly. Drop this week's song in — same frame, same type sizes.</a:t>
              </a:r>
            </a:p>
          </p:txBody>
        </p:sp>
      </p:gr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FFFFFF"/>
                </a:solidFill>
                <a:latin typeface="Calibri (MS)"/>
                <a:cs typeface="Calibri (MS)"/>
              </a:rPr>
              <a:t>▾ The Blessings of Our Lives</a:t>
            </a:r>
          </a:p>
          <a:p>
            <a:pPr algn="l" marL="182880" indent="0">
              <a:lnSpc>
                <a:spcPts val="2200"/>
              </a:lnSpc>
            </a:pPr>
            <a:r>
              <a:rPr lang="en-US" sz="1800" b="1">
                <a:solidFill>
                  <a:srgbClr val="FFFFFF"/>
                </a:solidFill>
                <a:latin typeface="Calibri (MS)"/>
                <a:cs typeface="Calibri (MS)"/>
              </a:rPr>
              <a:t>• Class Song</a:t>
            </a:r>
          </a:p>
          <a:p>
            <a:pPr algn="l" marL="182880" indent="0">
              <a:lnSpc>
                <a:spcPts val="2200"/>
              </a:lnSpc>
            </a:pPr>
            <a:r>
              <a:rPr lang="en-US" sz="1800">
                <a:solidFill>
                  <a:srgbClr val="B8E3E6"/>
                </a:solidFill>
                <a:latin typeface="Calibri (MS)"/>
                <a:cs typeface="Calibri (MS)"/>
              </a:rPr>
              <a:t>• Birthday Blessings</a:t>
            </a:r>
          </a:p>
          <a:p>
            <a:pPr algn="l" marL="182880" indent="0">
              <a:lnSpc>
                <a:spcPts val="2200"/>
              </a:lnSpc>
            </a:pPr>
            <a:r>
              <a:rPr lang="en-US" sz="1800">
                <a:solidFill>
                  <a:srgbClr val="B8E3E6"/>
                </a:solidFill>
                <a:latin typeface="Calibri (MS)"/>
                <a:cs typeface="Calibri (MS)"/>
              </a:rPr>
              <a:t>• Rock Counting</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B8E3E6"/>
                </a:solidFill>
                <a:latin typeface="Calibri (MS)"/>
                <a:cs typeface="Calibri (MS)"/>
              </a:rPr>
              <a:t>‣ Conclusion</a:t>
            </a: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FFFFFF"/>
                </a:solidFill>
                <a:latin typeface="Calibri (MS)"/>
                <a:cs typeface="Calibri (MS)"/>
              </a:rPr>
              <a:t>Baruch atah, Adonai,</a:t>
            </a:r>
          </a:p>
          <a:p>
            <a:pPr algn="l">
              <a:lnSpc>
                <a:spcPts val="5760"/>
              </a:lnSpc>
            </a:pPr>
            <a:r>
              <a:rPr lang="en-US" sz="3600">
                <a:solidFill>
                  <a:srgbClr val="FFFFFF"/>
                </a:solidFill>
                <a:latin typeface="Calibri (MS)"/>
                <a:cs typeface="Calibri (MS)"/>
              </a:rPr>
              <a:t>Eloheinu Melech haolam,</a:t>
            </a:r>
          </a:p>
          <a:p>
            <a:pPr algn="l">
              <a:lnSpc>
                <a:spcPts val="5760"/>
              </a:lnSpc>
            </a:pPr>
            <a:r>
              <a:rPr lang="en-US" sz="3600">
                <a:solidFill>
                  <a:srgbClr val="FFFFFF"/>
                </a:solidFill>
                <a:latin typeface="Calibri (MS)"/>
                <a:cs typeface="Calibri (MS)"/>
              </a:rPr>
              <a:t>asher kid'shanu b'mitzvotav</a:t>
            </a:r>
          </a:p>
          <a:p>
            <a:pPr algn="l">
              <a:lnSpc>
                <a:spcPts val="5760"/>
              </a:lnSpc>
            </a:pPr>
            <a:r>
              <a:rPr lang="en-US" sz="3600">
                <a:solidFill>
                  <a:srgbClr val="FFFFFF"/>
                </a:solidFill>
                <a:latin typeface="Calibri (MS)"/>
                <a:cs typeface="Calibri (MS)"/>
              </a:rPr>
              <a:t>v'tzivanu lishmoa kol shofar.</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a:pPr algn="r" rtl="1">
              <a:lnSpc>
                <a:spcPts val="5760"/>
              </a:lnSpc>
            </a:pPr>
            <a:r>
              <a:rPr lang="he-IL" sz="4500">
                <a:solidFill>
                  <a:srgbClr val="FFFFFF"/>
                </a:solidFill>
                <a:latin typeface="David Libre"/>
                <a:ea typeface="David Libre"/>
                <a:cs typeface="David Libre"/>
                <a:sym typeface="David Libre"/>
                <a:rtl/>
              </a:rPr>
              <a:t>בָּרוּךְ אַתָּה יְיָ,</a:t>
            </a:r>
          </a:p>
          <a:p>
            <a:pPr algn="r" rtl="1">
              <a:lnSpc>
                <a:spcPts val="5760"/>
              </a:lnSpc>
            </a:pPr>
            <a:r>
              <a:rPr lang="he-IL" sz="4500">
                <a:solidFill>
                  <a:srgbClr val="FFFFFF"/>
                </a:solidFill>
                <a:latin typeface="David Libre"/>
                <a:ea typeface="David Libre"/>
                <a:cs typeface="David Libre"/>
                <a:sym typeface="David Libre"/>
                <a:rtl/>
              </a:rPr>
              <a:t>אֱלֹהֵינוּ מֶלֶךְ הָעוֹלָם,</a:t>
            </a:r>
          </a:p>
          <a:p>
            <a:pPr algn="r" rtl="1">
              <a:lnSpc>
                <a:spcPts val="5760"/>
              </a:lnSpc>
            </a:pPr>
            <a:r>
              <a:rPr lang="he-IL" sz="4500">
                <a:solidFill>
                  <a:srgbClr val="FFFFFF"/>
                </a:solidFill>
                <a:latin typeface="David Libre"/>
                <a:ea typeface="David Libre"/>
                <a:cs typeface="David Libre"/>
                <a:sym typeface="David Libre"/>
                <a:rtl/>
              </a:rPr>
              <a:t>אֲשֶׁר קִדְּשָׁנוּ בְּמִצְוֹתָיו</a:t>
            </a:r>
          </a:p>
          <a:p>
            <a:pPr algn="r" rtl="1">
              <a:lnSpc>
                <a:spcPts val="5760"/>
              </a:lnSpc>
            </a:pPr>
            <a:r>
              <a:rPr lang="he-IL" sz="4500">
                <a:solidFill>
                  <a:srgbClr val="FFFFFF"/>
                </a:solidFill>
                <a:latin typeface="David Libre"/>
                <a:ea typeface="David Libre"/>
                <a:cs typeface="David Libre"/>
                <a:sym typeface="David Libre"/>
                <a:rtl/>
              </a:rPr>
              <a:t>וְצִוָּנוּ לִשְׁמֹעַ קוֹל שׁוֹפָר.</a:t>
            </a:r>
          </a:p>
        </p:txBody>
      </p:sp>
      <p:sp>
        <p:nvSpPr>
          <p:cNvPr id="12" name="TextBox 12"/>
          <p:cNvSpPr txBox="1"/>
          <p:nvPr/>
        </p:nvSpPr>
        <p:spPr>
          <a:xfrm>
            <a:off x="11954745" y="-6042"/>
            <a:ext cx="6022703" cy="668655"/>
          </a:xfrm>
          <a:prstGeom prst="rect">
            <a:avLst/>
          </a:prstGeom>
        </p:spPr>
        <p:txBody>
          <a:bodyPr lIns="0" tIns="0" rIns="0" bIns="0" rtlCol="0" anchor="t">
            <a:spAutoFit/>
          </a:bodyPr>
          <a:lstStyle/>
          <a:p>
            <a:pPr algn="l" rtl="1"/>
            <a:r>
              <a:rPr lang="he-IL" sz="4200">
                <a:solidFill>
                  <a:srgbClr val="FFFFFF"/>
                </a:solidFill>
                <a:latin typeface="David Libre"/>
                <a:ea typeface="David Libre"/>
                <a:cs typeface="David Libre"/>
                <a:sym typeface="David Libre"/>
                <a:rtl/>
              </a:rPr>
              <a:t>תְּקִיעַת שׁוֹפָר</a:t>
            </a:r>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Shofar Blessing</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FFFFFF"/>
                  </a:solidFill>
                  <a:latin typeface="Calibri (MS)"/>
                  <a:cs typeface="Calibri (MS)"/>
                </a:rPr>
                <a:t>Blessed are You, Adonai our God, Sovereign of the universe, who makes us holy with mitzvot and calls us to hear the sound of the shofar.</a:t>
              </a:r>
            </a:p>
          </p:txBody>
        </p:sp>
      </p:gr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b="1">
                <a:solidFill>
                  <a:srgbClr val="FFFFFF"/>
                </a:solidFill>
                <a:latin typeface="Calibri (MS)"/>
                <a:cs typeface="Calibri (MS)"/>
              </a:rPr>
              <a:t>• Shofar Blessing</a:t>
            </a:r>
          </a:p>
          <a:p>
            <a:pPr algn="l" marL="182880" indent="0">
              <a:lnSpc>
                <a:spcPts val="2200"/>
              </a:lnSpc>
            </a:pPr>
            <a:r>
              <a:rPr lang="en-US" sz="1800">
                <a:solidFill>
                  <a:srgbClr val="B8E3E6"/>
                </a:solidFill>
                <a:latin typeface="Calibri (MS)"/>
                <a:cs typeface="Calibri (MS)"/>
              </a:rPr>
              <a:t>• Turn the World Around</a:t>
            </a:r>
          </a:p>
        </p:txBody>
      </p:sp>
    </p:spTree>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2070"/>
        </a:solidFill>
        <a:effectLst/>
      </p:bgPr>
    </p:bg>
    <p:spTree>
      <p:nvGrpSpPr>
        <p:cNvPr id="1" name=""/>
        <p:cNvGrpSpPr/>
        <p:nvPr/>
      </p:nvGrpSpPr>
      <p:grpSpPr>
        <a:xfrm>
          <a:off x="0" y="0"/>
          <a:ext cx="0" cy="0"/>
          <a:chOff x="0" y="0"/>
          <a:chExt cx="0" cy="0"/>
        </a:xfrm>
      </p:grpSpPr>
      <p:grpSp>
        <p:nvGrpSpPr>
          <p:cNvPr id="2" name="Group 2"/>
          <p:cNvGrpSpPr/>
          <p:nvPr/>
        </p:nvGrpSpPr>
        <p:grpSpPr>
          <a:xfrm>
            <a:off x="2257425" y="-28902"/>
            <a:ext cx="13773150" cy="742950"/>
            <a:chOff x="0" y="0"/>
            <a:chExt cx="13058987" cy="704427"/>
          </a:xfrm>
        </p:grpSpPr>
        <p:sp>
          <p:nvSpPr>
            <p:cNvPr id="3" name="Freeform 3"/>
            <p:cNvSpPr/>
            <p:nvPr/>
          </p:nvSpPr>
          <p:spPr>
            <a:xfrm>
              <a:off x="27051" y="27051"/>
              <a:ext cx="13004800" cy="650240"/>
            </a:xfrm>
            <a:custGeom>
              <a:avLst/>
              <a:gdLst/>
              <a:ahLst/>
              <a:cxnLst/>
              <a:rect l="l" t="t" r="r" b="b"/>
              <a:pathLst>
                <a:path w="13004800" h="650240">
                  <a:moveTo>
                    <a:pt x="0" y="0"/>
                  </a:moveTo>
                  <a:lnTo>
                    <a:pt x="13004800" y="0"/>
                  </a:lnTo>
                  <a:lnTo>
                    <a:pt x="13004800" y="650240"/>
                  </a:lnTo>
                  <a:lnTo>
                    <a:pt x="0" y="650240"/>
                  </a:lnTo>
                  <a:close/>
                </a:path>
              </a:pathLst>
            </a:custGeom>
            <a:solidFill>
              <a:srgbClr val="FFFFFF">
                <a:alpha val="5882"/>
              </a:srgbClr>
            </a:solidFill>
          </p:spPr>
          <p:txBody>
            <a:bodyPr/>
            <a:lstStyle/>
            <a:p>
              <a:endParaRPr lang="en-US"/>
            </a:p>
          </p:txBody>
        </p:sp>
      </p:grpSp>
      <p:sp>
        <p:nvSpPr>
          <p:cNvPr id="5" name="Freeform 5"/>
          <p:cNvSpPr/>
          <p:nvPr/>
        </p:nvSpPr>
        <p:spPr>
          <a:xfrm>
            <a:off x="16933" y="-372"/>
            <a:ext cx="18271067" cy="685800"/>
          </a:xfrm>
          <a:custGeom>
            <a:avLst/>
            <a:gdLst/>
            <a:ahLst/>
            <a:cxnLst/>
            <a:rect l="l" t="t" r="r" b="b"/>
            <a:pathLst>
              <a:path w="17420780" h="650240">
                <a:moveTo>
                  <a:pt x="0" y="0"/>
                </a:moveTo>
                <a:lnTo>
                  <a:pt x="17420780" y="0"/>
                </a:lnTo>
                <a:lnTo>
                  <a:pt x="17420780" y="650240"/>
                </a:lnTo>
                <a:lnTo>
                  <a:pt x="0" y="650240"/>
                </a:lnTo>
                <a:close/>
              </a:path>
            </a:pathLst>
          </a:custGeom>
          <a:solidFill>
            <a:srgbClr val="008C95"/>
          </a:solidFill>
        </p:spPr>
        <p:txBody>
          <a:bodyPr/>
          <a:lstStyle/>
          <a:p>
            <a:endParaRPr lang="en-US"/>
          </a:p>
        </p:txBody>
      </p:sp>
      <p:grpSp>
        <p:nvGrpSpPr>
          <p:cNvPr id="6" name="Group 6"/>
          <p:cNvGrpSpPr/>
          <p:nvPr/>
        </p:nvGrpSpPr>
        <p:grpSpPr>
          <a:xfrm>
            <a:off x="14949576" y="675948"/>
            <a:ext cx="3338424" cy="9611052"/>
            <a:chOff x="0" y="0"/>
            <a:chExt cx="879256" cy="2531306"/>
          </a:xfrm>
        </p:grpSpPr>
        <p:sp>
          <p:nvSpPr>
            <p:cNvPr id="7" name="Freeform 7"/>
            <p:cNvSpPr/>
            <p:nvPr/>
          </p:nvSpPr>
          <p:spPr>
            <a:xfrm>
              <a:off x="0" y="0"/>
              <a:ext cx="879256" cy="2531306"/>
            </a:xfrm>
            <a:custGeom>
              <a:avLst/>
              <a:gdLst/>
              <a:ahLst/>
              <a:cxnLst/>
              <a:rect l="l" t="t" r="r" b="b"/>
              <a:pathLst>
                <a:path w="879256" h="2531306">
                  <a:moveTo>
                    <a:pt x="0" y="0"/>
                  </a:moveTo>
                  <a:lnTo>
                    <a:pt x="879256" y="0"/>
                  </a:lnTo>
                  <a:lnTo>
                    <a:pt x="879256" y="2531306"/>
                  </a:lnTo>
                  <a:lnTo>
                    <a:pt x="0" y="2531306"/>
                  </a:lnTo>
                  <a:close/>
                </a:path>
              </a:pathLst>
            </a:custGeom>
            <a:solidFill>
              <a:srgbClr val="008C95"/>
            </a:solidFill>
          </p:spPr>
          <p:txBody>
            <a:bodyPr/>
            <a:lstStyle/>
            <a:p>
              <a:endParaRPr lang="en-US" dirty="0"/>
            </a:p>
          </p:txBody>
        </p:sp>
        <p:sp>
          <p:nvSpPr>
            <p:cNvPr id="8" name="TextBox 8"/>
            <p:cNvSpPr txBox="1"/>
            <p:nvPr/>
          </p:nvSpPr>
          <p:spPr>
            <a:xfrm>
              <a:off x="0" y="-38100"/>
              <a:ext cx="879256" cy="2569406"/>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5506387" y="6523347"/>
            <a:ext cx="2224801" cy="2224801"/>
          </a:xfrm>
          <a:custGeom>
            <a:avLst/>
            <a:gdLst/>
            <a:ahLst/>
            <a:cxnLst/>
            <a:rect l="l" t="t" r="r" b="b"/>
            <a:pathLst>
              <a:path w="2224801" h="2224801">
                <a:moveTo>
                  <a:pt x="0" y="0"/>
                </a:moveTo>
                <a:lnTo>
                  <a:pt x="2224802" y="0"/>
                </a:lnTo>
                <a:lnTo>
                  <a:pt x="2224802" y="2224801"/>
                </a:lnTo>
                <a:lnTo>
                  <a:pt x="0" y="2224801"/>
                </a:lnTo>
                <a:lnTo>
                  <a:pt x="0" y="0"/>
                </a:lnTo>
                <a:close/>
              </a:path>
            </a:pathLst>
          </a:custGeom>
          <a:blipFill>
            <a:blip r:embed="rId2"/>
            <a:stretch>
              <a:fillRect/>
            </a:stretch>
          </a:blipFill>
        </p:spPr>
        <p:txBody>
          <a:bodyPr/>
          <a:lstStyle/>
          <a:p>
            <a:endParaRPr lang="en-US"/>
          </a:p>
        </p:txBody>
      </p:sp>
      <p:sp>
        <p:nvSpPr>
          <p:cNvPr id="10" name="TextBox 10"/>
          <p:cNvSpPr txBox="1"/>
          <p:nvPr/>
        </p:nvSpPr>
        <p:spPr>
          <a:xfrm>
            <a:off x="408659" y="1020736"/>
            <a:ext cx="6449755" cy="6532220"/>
          </a:xfrm>
          <a:prstGeom prst="rect">
            <a:avLst/>
          </a:prstGeom>
        </p:spPr>
        <p:txBody>
          <a:bodyPr lIns="0" tIns="0" rIns="0" bIns="0" rtlCol="0" anchor="t">
            <a:spAutoFit/>
          </a:bodyPr>
          <a:lstStyle/>
          <a:p>
            <a:pPr algn="l">
              <a:lnSpc>
                <a:spcPts val="5760"/>
              </a:lnSpc>
            </a:pPr>
            <a:r>
              <a:rPr lang="en-US" sz="3600">
                <a:solidFill>
                  <a:srgbClr val="B8E3E6"/>
                </a:solidFill>
                <a:latin typeface="Calibri (MS)"/>
                <a:cs typeface="Calibri (MS)"/>
              </a:rPr>
              <a:t>[ Turn the World Around — Harry Belafonte ]</a:t>
            </a:r>
          </a:p>
        </p:txBody>
      </p:sp>
      <p:sp>
        <p:nvSpPr>
          <p:cNvPr id="11" name="TextBox 11"/>
          <p:cNvSpPr txBox="1"/>
          <p:nvPr/>
        </p:nvSpPr>
        <p:spPr>
          <a:xfrm>
            <a:off x="8665588" y="1095006"/>
            <a:ext cx="5794490" cy="6438900"/>
          </a:xfrm>
          <a:prstGeom prst="rect">
            <a:avLst/>
          </a:prstGeom>
        </p:spPr>
        <p:txBody>
          <a:bodyPr lIns="0" tIns="0" rIns="0" bIns="0" rtlCol="0" anchor="t">
            <a:spAutoFit/>
          </a:bodyPr>
          <a:lstStyle/>
          <a:p/>
        </p:txBody>
      </p:sp>
      <p:sp>
        <p:nvSpPr>
          <p:cNvPr id="12" name="TextBox 12"/>
          <p:cNvSpPr txBox="1"/>
          <p:nvPr/>
        </p:nvSpPr>
        <p:spPr>
          <a:xfrm>
            <a:off x="11954745" y="-6042"/>
            <a:ext cx="6022703" cy="668655"/>
          </a:xfrm>
          <a:prstGeom prst="rect">
            <a:avLst/>
          </a:prstGeom>
        </p:spPr>
        <p:txBody>
          <a:bodyPr lIns="0" tIns="0" rIns="0" bIns="0" rtlCol="0" anchor="t">
            <a:spAutoFit/>
          </a:bodyPr>
          <a:lstStyle/>
          <a:p/>
        </p:txBody>
      </p:sp>
      <p:sp>
        <p:nvSpPr>
          <p:cNvPr id="15" name="TextBox 15"/>
          <p:cNvSpPr txBox="1"/>
          <p:nvPr/>
        </p:nvSpPr>
        <p:spPr>
          <a:xfrm>
            <a:off x="178560" y="65157"/>
            <a:ext cx="6093401" cy="561975"/>
          </a:xfrm>
          <a:prstGeom prst="rect">
            <a:avLst/>
          </a:prstGeom>
        </p:spPr>
        <p:txBody>
          <a:bodyPr lIns="0" tIns="0" rIns="0" bIns="0" rtlCol="0" anchor="t">
            <a:spAutoFit/>
          </a:bodyPr>
          <a:lstStyle/>
          <a:p>
            <a:pPr algn="l"/>
            <a:r>
              <a:rPr lang="en-US" sz="3199" b="1">
                <a:solidFill>
                  <a:srgbClr val="FFFFFF"/>
                </a:solidFill>
                <a:latin typeface="Calibri (MS)"/>
                <a:cs typeface="Calibri (MS)"/>
              </a:rPr>
              <a:t>Turn the World Around</a:t>
            </a:r>
          </a:p>
        </p:txBody>
      </p:sp>
      <p:grpSp>
        <p:nvGrpSpPr>
          <p:cNvPr id="16" name="Group 16"/>
          <p:cNvGrpSpPr/>
          <p:nvPr/>
        </p:nvGrpSpPr>
        <p:grpSpPr>
          <a:xfrm>
            <a:off x="408659" y="8648677"/>
            <a:ext cx="13936542" cy="1395338"/>
            <a:chOff x="0" y="0"/>
            <a:chExt cx="13213907" cy="1322987"/>
          </a:xfrm>
        </p:grpSpPr>
        <p:sp>
          <p:nvSpPr>
            <p:cNvPr id="17" name="Freeform 17"/>
            <p:cNvSpPr/>
            <p:nvPr/>
          </p:nvSpPr>
          <p:spPr>
            <a:xfrm>
              <a:off x="0" y="0"/>
              <a:ext cx="13213907" cy="1322987"/>
            </a:xfrm>
            <a:custGeom>
              <a:avLst/>
              <a:gdLst/>
              <a:ahLst/>
              <a:cxnLst/>
              <a:rect l="l" t="t" r="r" b="b"/>
              <a:pathLst>
                <a:path w="13213907" h="1322987">
                  <a:moveTo>
                    <a:pt x="0" y="0"/>
                  </a:moveTo>
                  <a:lnTo>
                    <a:pt x="13213907" y="0"/>
                  </a:lnTo>
                  <a:lnTo>
                    <a:pt x="13213907" y="1322987"/>
                  </a:lnTo>
                  <a:lnTo>
                    <a:pt x="0" y="1322987"/>
                  </a:lnTo>
                  <a:close/>
                </a:path>
              </a:pathLst>
            </a:custGeom>
          </p:spPr>
          <p:txBody>
            <a:bodyPr/>
            <a:lstStyle/>
            <a:p>
              <a:endParaRPr lang="en-US"/>
            </a:p>
          </p:txBody>
        </p:sp>
        <p:sp>
          <p:nvSpPr>
            <p:cNvPr id="18" name="TextBox 18"/>
            <p:cNvSpPr txBox="1"/>
            <p:nvPr/>
          </p:nvSpPr>
          <p:spPr>
            <a:xfrm>
              <a:off x="0" y="-66675"/>
              <a:ext cx="13213907" cy="1389662"/>
            </a:xfrm>
            <a:prstGeom prst="rect">
              <a:avLst/>
            </a:prstGeom>
          </p:spPr>
          <p:txBody>
            <a:bodyPr lIns="0" tIns="0" rIns="0" bIns="0" rtlCol="0" anchor="t"/>
            <a:lstStyle/>
            <a:p>
              <a:pPr algn="l"/>
              <a:r>
                <a:rPr lang="en-US" sz="2799">
                  <a:solidFill>
                    <a:srgbClr val="B8E3E6"/>
                  </a:solidFill>
                  <a:latin typeface="Calibri (MS)"/>
                  <a:cs typeface="Calibri (MS)"/>
                </a:rPr>
                <a:t>Belafonte's lyric is copyrighted, so it is not reproduced here. Paste in the school's existing slide.</a:t>
              </a:r>
            </a:p>
          </p:txBody>
        </p:sp>
      </p:grpSp>
      <p:sp>
        <p:nvSpPr>
          <p:cNvPr id="900" name="Service Nav"/>
          <p:cNvSpPr txBox="1"/>
          <p:nvPr/>
        </p:nvSpPr>
        <p:spPr>
          <a:xfrm>
            <a:off x="15258420" y="1170432"/>
            <a:ext cx="2807208" cy="5303520"/>
          </a:xfrm>
          <a:prstGeom prst="rect">
            <a:avLst/>
          </a:prstGeom>
          <a:noFill/>
        </p:spPr>
        <p:txBody>
          <a:bodyPr lIns="0" tIns="0" rIns="0" bIns="0" rtlCol="0" anchor="t" wrap="square"/>
          <a:lstStyle/>
          <a:p>
            <a:pPr algn="l">
              <a:lnSpc>
                <a:spcPts val="2200"/>
              </a:lnSpc>
            </a:pPr>
            <a:r>
              <a:rPr lang="en-US" sz="1800" b="1">
                <a:solidFill>
                  <a:srgbClr val="B8E3E6"/>
                </a:solidFill>
                <a:latin typeface="Calibri (MS)"/>
                <a:cs typeface="Calibri (MS)"/>
              </a:rPr>
              <a:t>‣ Opening</a:t>
            </a:r>
          </a:p>
          <a:p>
            <a:pPr algn="l">
              <a:lnSpc>
                <a:spcPts val="2200"/>
              </a:lnSpc>
            </a:pPr>
            <a:r>
              <a:rPr lang="en-US" sz="1800" b="1">
                <a:solidFill>
                  <a:srgbClr val="B8E3E6"/>
                </a:solidFill>
                <a:latin typeface="Calibri (MS)"/>
                <a:cs typeface="Calibri (MS)"/>
              </a:rPr>
              <a:t>‣ Sh'ma and Its Blessings</a:t>
            </a:r>
          </a:p>
          <a:p>
            <a:pPr algn="l">
              <a:lnSpc>
                <a:spcPts val="2200"/>
              </a:lnSpc>
            </a:pPr>
            <a:r>
              <a:rPr lang="en-US" sz="1800" b="1">
                <a:solidFill>
                  <a:srgbClr val="B8E3E6"/>
                </a:solidFill>
                <a:latin typeface="Calibri (MS)"/>
                <a:cs typeface="Calibri (MS)"/>
              </a:rPr>
              <a:t>‣ Amidah</a:t>
            </a:r>
          </a:p>
          <a:p>
            <a:pPr algn="l">
              <a:lnSpc>
                <a:spcPts val="2200"/>
              </a:lnSpc>
            </a:pPr>
            <a:r>
              <a:rPr lang="en-US" sz="1800" b="1">
                <a:solidFill>
                  <a:srgbClr val="B8E3E6"/>
                </a:solidFill>
                <a:latin typeface="Calibri (MS)"/>
                <a:cs typeface="Calibri (MS)"/>
              </a:rPr>
              <a:t>‣ The Blessings of Our Lives</a:t>
            </a:r>
          </a:p>
          <a:p>
            <a:pPr algn="l">
              <a:lnSpc>
                <a:spcPts val="2200"/>
              </a:lnSpc>
            </a:pPr>
            <a:r>
              <a:rPr lang="en-US" sz="1800" b="1">
                <a:solidFill>
                  <a:srgbClr val="B8E3E6"/>
                </a:solidFill>
                <a:latin typeface="Calibri (MS)"/>
                <a:cs typeface="Calibri (MS)"/>
              </a:rPr>
              <a:t>‣ Prayers of Welcome</a:t>
            </a:r>
          </a:p>
          <a:p>
            <a:pPr algn="l">
              <a:lnSpc>
                <a:spcPts val="2200"/>
              </a:lnSpc>
            </a:pPr>
            <a:r>
              <a:rPr lang="en-US" sz="1800" b="1">
                <a:solidFill>
                  <a:srgbClr val="FFFFFF"/>
                </a:solidFill>
                <a:latin typeface="Calibri (MS)"/>
                <a:cs typeface="Calibri (MS)"/>
              </a:rPr>
              <a:t>▾ Conclusion</a:t>
            </a:r>
          </a:p>
          <a:p>
            <a:pPr algn="l" marL="182880" indent="0">
              <a:lnSpc>
                <a:spcPts val="2200"/>
              </a:lnSpc>
            </a:pPr>
            <a:r>
              <a:rPr lang="en-US" sz="1800">
                <a:solidFill>
                  <a:srgbClr val="B8E3E6"/>
                </a:solidFill>
                <a:latin typeface="Calibri (MS)"/>
                <a:cs typeface="Calibri (MS)"/>
              </a:rPr>
              <a:t>• Priestly Blessing</a:t>
            </a:r>
          </a:p>
          <a:p>
            <a:pPr algn="l" marL="182880" indent="0">
              <a:lnSpc>
                <a:spcPts val="2200"/>
              </a:lnSpc>
            </a:pPr>
            <a:r>
              <a:rPr lang="en-US" sz="1800">
                <a:solidFill>
                  <a:srgbClr val="B8E3E6"/>
                </a:solidFill>
                <a:latin typeface="Calibri (MS)"/>
                <a:cs typeface="Calibri (MS)"/>
              </a:rPr>
              <a:t>• Shofar Blessing</a:t>
            </a:r>
          </a:p>
          <a:p>
            <a:pPr algn="l" marL="182880" indent="0">
              <a:lnSpc>
                <a:spcPts val="2200"/>
              </a:lnSpc>
            </a:pPr>
            <a:r>
              <a:rPr lang="en-US" sz="1800" b="1">
                <a:solidFill>
                  <a:srgbClr val="FFFFFF"/>
                </a:solidFill>
                <a:latin typeface="Calibri (MS)"/>
                <a:cs typeface="Calibri (MS)"/>
              </a:rPr>
              <a:t>• Turn the World Around</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6462</TotalTime>
  <Words>2070</Words>
  <Application>Microsoft Macintosh PowerPoint</Application>
  <PresentationFormat>Custom</PresentationFormat>
  <Paragraphs>429</Paragraphs>
  <Slides>47</Slides>
  <Notes>7</Notes>
  <HiddenSlides>0</HiddenSlides>
  <MMClips>0</MMClips>
  <ScaleCrop>false</ScaleCrop>
  <HeadingPairs>
    <vt:vector size="6" baseType="variant">
      <vt:variant>
        <vt:lpstr>Fonts Used</vt:lpstr>
      </vt:variant>
      <vt:variant>
        <vt:i4>22</vt:i4>
      </vt:variant>
      <vt:variant>
        <vt:lpstr>Theme</vt:lpstr>
      </vt:variant>
      <vt:variant>
        <vt:i4>1</vt:i4>
      </vt:variant>
      <vt:variant>
        <vt:lpstr>Slide Titles</vt:lpstr>
      </vt:variant>
      <vt:variant>
        <vt:i4>47</vt:i4>
      </vt:variant>
    </vt:vector>
  </HeadingPairs>
  <TitlesOfParts>
    <vt:vector size="70" baseType="lpstr">
      <vt:lpstr>Calibri (MS) Italics</vt:lpstr>
      <vt:lpstr>Neoneon</vt:lpstr>
      <vt:lpstr>Gladiola</vt:lpstr>
      <vt:lpstr>Canva Sans Italics</vt:lpstr>
      <vt:lpstr>Avallon Caps</vt:lpstr>
      <vt:lpstr>David Libre</vt:lpstr>
      <vt:lpstr>Arimo Italics</vt:lpstr>
      <vt:lpstr>Canva Sans</vt:lpstr>
      <vt:lpstr>Calibri (MS) Bold</vt:lpstr>
      <vt:lpstr>Helvetica Italics</vt:lpstr>
      <vt:lpstr>TT Berlinerins</vt:lpstr>
      <vt:lpstr>Calibri (MS)</vt:lpstr>
      <vt:lpstr>Helvetica Bold</vt:lpstr>
      <vt:lpstr>FB FRealBelet</vt:lpstr>
      <vt:lpstr>Arial</vt:lpstr>
      <vt:lpstr>Bukhari Script</vt:lpstr>
      <vt:lpstr>Calibri</vt:lpstr>
      <vt:lpstr>Pinata Marks Rough Shadow</vt:lpstr>
      <vt:lpstr>Helvetica Bold Italics</vt:lpstr>
      <vt:lpstr>Times New Roman MT</vt:lpstr>
      <vt:lpstr>Helvetica</vt:lpstr>
      <vt:lpstr>TAN Headline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VT Template (in progress w Claude)</dc:title>
  <cp:lastModifiedBy>Rabbi Dan Medwin</cp:lastModifiedBy>
  <cp:revision>5</cp:revision>
  <dcterms:created xsi:type="dcterms:W3CDTF">2006-08-16T00:00:00Z</dcterms:created>
  <dcterms:modified xsi:type="dcterms:W3CDTF">2026-08-06T14:46:58Z</dcterms:modified>
  <dc:identifier>DAHN9QH9Lxk</dc:identifier>
</cp:coreProperties>
</file>
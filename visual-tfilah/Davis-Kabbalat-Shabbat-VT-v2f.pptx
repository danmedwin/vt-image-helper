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3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85" r:id="rId46"/>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8288000" cy="10287000"/>
  <p:notesSz cx="6858000" cy="9144000"/>
  <p:embeddedFontLst>
    <p:embeddedFont>
      <p:font typeface="Calibri (MS)" panose="020F0502020204030204" pitchFamily="34" charset="0"/>
      <p:regular r:id="rId32"/>
    </p:embeddedFont>
    <p:embeddedFont>
      <p:font typeface="Calibri (MS) Bold" panose="020F0702030404030204" pitchFamily="34" charset="0"/>
      <p:regular r:id="rId33"/>
      <p:bold r:id="rId34"/>
    </p:embeddedFont>
    <p:embeddedFont>
      <p:font typeface="David Libre" pitchFamily="2" charset="-79"/>
      <p:regular r:id="rId35"/>
      <p:bold r:id="rId36"/>
    </p:embeddedFont>
    <p:embeddedFont>
      <p:font typeface="MF David" panose="02040603050201020203" pitchFamily="18" charset="-79"/>
      <p:regular r:id="rId37"/>
      <p:bold r:id="rId38"/>
    </p:embeddedFont>
    <p:embeddedFont>
      <p:font typeface="Pinata Marks Rough Shadow" panose="02000506000000020003" pitchFamily="2" charset="77"/>
      <p:regular r:id="rId39"/>
    </p:embeddedFont>
    <p:embeddedFont>
      <p:font typeface="Times New Roman MT" panose="02030502070405020303" pitchFamily="18" charset="77"/>
      <p:regular r:id="rId40"/>
    </p:embeddedFont>
    <p:embeddedFont>
      <p:font typeface="TT Berlinerins" panose="02000506040000020004" pitchFamily="2" charset="77"/>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47"/>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C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autoAdjust="0"/>
    <p:restoredTop sz="94593" autoAdjust="0"/>
  </p:normalViewPr>
  <p:slideViewPr>
    <p:cSldViewPr>
      <p:cViewPr>
        <p:scale>
          <a:sx n="46" d="100"/>
          <a:sy n="46" d="100"/>
        </p:scale>
        <p:origin x="2232" y="11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10.fntdata"/>  <Relationship Id="rId46" Type="http://schemas.openxmlformats.org/officeDocument/2006/relationships/slide" Target="slides/slide30.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F70"/>
        </a:solidFill>
        <a:effectLst/>
      </p:bgPr>
    </p:bg>
    <p:spTree>
      <p:nvGrpSpPr>
        <p:cNvPr id="1" name=""/>
        <p:cNvGrpSpPr/>
        <p:nvPr/>
      </p:nvGrpSpPr>
      <p:grpSpPr>
        <a:xfrm>
          <a:off x="0" y="0"/>
          <a:ext cx="0" cy="0"/>
          <a:chOff x="0" y="0"/>
          <a:chExt cx="0" cy="0"/>
        </a:xfrm>
      </p:grpSpPr>
      <p:pic>
        <p:nvPicPr>
          <p:cNvPr id="2" name="Davis Mark" descr="davis_mark_teal.png"/>
          <p:cNvPicPr>
            <a:picLocks noChangeAspect="1"/>
          </p:cNvPicPr>
          <p:nvPr/>
        </p:nvPicPr>
        <p:blipFill>
          <a:blip r:embed="rId2"/>
          <a:stretch>
            <a:fillRect/>
          </a:stretch>
        </p:blipFill>
        <p:spPr>
          <a:xfrm>
            <a:off x="0" y="320040"/>
            <a:ext cx="3291840" cy="2008924"/>
          </a:xfrm>
          <a:prstGeom prst="rect">
            <a:avLst/>
          </a:prstGeom>
          <a:effectLst/>
        </p:spPr>
      </p:pic>
      <p:sp>
        <p:nvSpPr>
          <p:cNvPr id="3" name="TextBox 8">
            <a:extLst>
              <a:ext uri="{FF2B5EF4-FFF2-40B4-BE49-F238E27FC236}">
                <a16:creationId xmlns:a16="http://schemas.microsoft.com/office/drawing/2014/main" id="{DD7D6630-F848-2628-844E-70739E888757}"/>
              </a:ext>
            </a:extLst>
          </p:cNvPr>
          <p:cNvSpPr txBox="1"/>
          <p:nvPr/>
        </p:nvSpPr>
        <p:spPr>
          <a:xfrm>
            <a:off x="4124650" y="1943100"/>
            <a:ext cx="10038699" cy="2128916"/>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18153"/>
              </a:lnSpc>
            </a:pPr>
            <a:r>
              <a:rPr lang="en-US" sz="12000" dirty="0">
                <a:solidFill>
                  <a:srgbClr val="FFFFFF"/>
                </a:solidFill>
                <a:latin typeface="TT Berlinerins"/>
                <a:ea typeface="TT Berlinerins"/>
                <a:cs typeface="TT Berlinerins"/>
                <a:sym typeface="TT Berlinerins"/>
              </a:rPr>
              <a:t>Shabbat Shalom!</a:t>
            </a:r>
          </a:p>
        </p:txBody>
      </p:sp>
      <p:sp>
        <p:nvSpPr>
          <p:cNvPr id="5" name="TextBox 4">
            <a:extLst>
              <a:ext uri="{FF2B5EF4-FFF2-40B4-BE49-F238E27FC236}">
                <a16:creationId xmlns:a16="http://schemas.microsoft.com/office/drawing/2014/main" id="{D8F0A4F7-FDC7-40EF-F544-3893F8E1C2B0}"/>
              </a:ext>
            </a:extLst>
          </p:cNvPr>
          <p:cNvSpPr txBox="1"/>
          <p:nvPr/>
        </p:nvSpPr>
        <p:spPr>
          <a:xfrm>
            <a:off x="4540102" y="4828565"/>
            <a:ext cx="9207794" cy="1055032"/>
          </a:xfrm>
          <a:prstGeom prst="rect">
            <a:avLst/>
          </a:prstGeom>
          <a:noFill/>
          <a:effectLst>
            <a:outerShdw blurRad="50800" dist="38100" dir="2700000" algn="tl" rotWithShape="0">
              <a:prstClr val="black">
                <a:alpha val="40000"/>
              </a:prstClr>
            </a:outerShdw>
          </a:effectLst>
        </p:spPr>
        <p:txBody>
          <a:bodyPr wrap="square">
            <a:spAutoFit/>
          </a:bodyPr>
          <a:lstStyle/>
          <a:p>
            <a:pPr algn="ctr" rtl="1">
              <a:lnSpc>
                <a:spcPts val="5760"/>
              </a:lnSpc>
            </a:pPr>
            <a:r>
              <a:rPr lang="he-IL" sz="12000" b="1" dirty="0">
                <a:solidFill>
                  <a:srgbClr val="FFFFFF"/>
                </a:solidFill>
                <a:latin typeface="David Libre"/>
                <a:ea typeface="David Libre"/>
                <a:cs typeface="David Libre"/>
                <a:sym typeface="David Libre"/>
                <a:rtl/>
              </a:rPr>
              <a:t>שַׁבָּת שָׁלוֹם!</a:t>
            </a:r>
          </a:p>
        </p:txBody>
      </p:sp>
      <p:grpSp>
        <p:nvGrpSpPr>
          <p:cNvPr id="12" name="Group 5">
            <a:extLst>
              <a:ext uri="{FF2B5EF4-FFF2-40B4-BE49-F238E27FC236}">
                <a16:creationId xmlns:a16="http://schemas.microsoft.com/office/drawing/2014/main" id="{A80B6DE9-D90A-D53C-E5EC-38E899D25299}"/>
              </a:ext>
            </a:extLst>
          </p:cNvPr>
          <p:cNvGrpSpPr>
            <a:grpSpLocks noChangeAspect="1"/>
          </p:cNvGrpSpPr>
          <p:nvPr/>
        </p:nvGrpSpPr>
        <p:grpSpPr>
          <a:xfrm>
            <a:off x="14782800" y="6819900"/>
            <a:ext cx="3257550" cy="3257550"/>
            <a:chOff x="0" y="0"/>
            <a:chExt cx="3088640" cy="3088640"/>
          </a:xfrm>
        </p:grpSpPr>
        <p:sp>
          <p:nvSpPr>
            <p:cNvPr id="13" name="Freeform 6">
              <a:extLst>
                <a:ext uri="{FF2B5EF4-FFF2-40B4-BE49-F238E27FC236}">
                  <a16:creationId xmlns:a16="http://schemas.microsoft.com/office/drawing/2014/main" id="{BED64E8C-5964-5339-08D2-2C78A93FBCDC}"/>
                </a:ext>
              </a:extLst>
            </p:cNvPr>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14" name="TextBox 7">
            <a:extLst>
              <a:ext uri="{FF2B5EF4-FFF2-40B4-BE49-F238E27FC236}">
                <a16:creationId xmlns:a16="http://schemas.microsoft.com/office/drawing/2014/main" id="{A66D0AEF-A17F-9AF1-1A3E-5B8F010E4A65}"/>
              </a:ext>
            </a:extLst>
          </p:cNvPr>
          <p:cNvSpPr txBox="1"/>
          <p:nvPr/>
        </p:nvSpPr>
        <p:spPr>
          <a:xfrm>
            <a:off x="8534400" y="8838178"/>
            <a:ext cx="5899297" cy="1239272"/>
          </a:xfrm>
          <a:prstGeom prst="rect">
            <a:avLst/>
          </a:prstGeom>
        </p:spPr>
        <p:txBody>
          <a:bodyPr wrap="square" lIns="0" tIns="0" rIns="0" bIns="0" rtlCol="0" anchor="b">
            <a:spAutoFit/>
          </a:bodyPr>
          <a:lstStyle/>
          <a:p>
            <a:pPr algn="r">
              <a:lnSpc>
                <a:spcPts val="4829"/>
              </a:lnSpc>
            </a:pPr>
            <a:r>
              <a:rPr lang="en-US" sz="4024" dirty="0">
                <a:solidFill>
                  <a:schemeClr val="bg1"/>
                </a:solidFill>
                <a:latin typeface="Calibri (MS)"/>
                <a:ea typeface="Calibri (MS)"/>
                <a:cs typeface="Calibri (MS)"/>
                <a:sym typeface="Calibri (MS)"/>
              </a:rPr>
              <a:t>Learn the Davis Academy Shabbat prayers and songs!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afterEffect">
                                  <p:stCondLst>
                                    <p:cond delay="0"/>
                                  </p:stCondLst>
                                  <p:childTnLst>
                                    <p:animMotion origin="layout" path="M 0 0 L 0.545745 0.773601 L 0.820000 0.384840 L 0.526563 -0.031111 L 0.000000 0.715300 L 0.041129 0.773601 L 0.608822 -0.031111 L 0.820000 0.268237 L 0.463486 0.773601 L 0.000000 0.116603 L 0.104206 -0.031111 L 0.671899 0.773601 L 0.820000 0.563665 L 0.400409 -0.031111 L 0.000000 0.536475 L 0.167283 0.773601 L 0.734975 -0.031111 L 0.820000 0.089412 L 0.337332 0.773601 L 0.000000 0.295428 L 0.230360 -0.031111 L 0.798052 0.773601 L 0.820000 0.742490 L 0.274255 -0.031111 L 0.000000 0.357650 L 0.293437 0.773601 L 0.820000 0.027190 L 0.778871 -0.031111 L 0.211178 0.773601 L 0.000000 0.474253 L 0.356514 -0.031111 L 0.820000 0.625887 L 0.715794 0.773601 L 0.148101 -0.031111 L 0.000000 0.178825 L 0.419591 0.773601 L 0.820000 0.206015 L 0.652717 -0.031111 L 0.085025 0.773601 L 0.000000 0.653078 L 0.482668 -0.031111 L 0.820000 0.447062 L 0.589640 0.773601 L 0.021948 -0.031111 L 0.000000 0.000000 E" pathEditMode="relative" rAng="0" ptsTypes="">
                                      <p:cBhvr>
                                        <p:cTn id="6" dur="524160" repeatCount="indefinite" fill="hold"/>
                                        <p:tgtEl>
                                          <p:spTgt spid="2"/>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12648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Kol od </a:t>
            </a:r>
            <a:r>
              <a:rPr lang="en-US" sz="3600" dirty="0" err="1">
                <a:solidFill>
                  <a:srgbClr val="FFFFFF"/>
                </a:solidFill>
                <a:latin typeface="Calibri (MS)"/>
                <a:cs typeface="Calibri (MS)"/>
              </a:rPr>
              <a:t>baleivav</a:t>
            </a:r>
            <a:r>
              <a:rPr lang="en-US" sz="3600" dirty="0">
                <a:solidFill>
                  <a:srgbClr val="FFFFFF"/>
                </a:solidFill>
                <a:latin typeface="Calibri (MS)"/>
                <a:cs typeface="Calibri (MS)"/>
              </a:rPr>
              <a:t> </a:t>
            </a:r>
            <a:r>
              <a:rPr lang="en-US" sz="3600" dirty="0" err="1">
                <a:solidFill>
                  <a:srgbClr val="FFFFFF"/>
                </a:solidFill>
                <a:latin typeface="Calibri (MS)"/>
                <a:cs typeface="Calibri (MS)"/>
              </a:rPr>
              <a:t>p’nimah</a:t>
            </a:r>
            <a:endParaRPr lang="en-US" sz="3600" dirty="0">
              <a:solidFill>
                <a:srgbClr val="FFFFFF"/>
              </a:solidFill>
              <a:latin typeface="Calibri (MS)"/>
              <a:cs typeface="Calibri (MS)"/>
            </a:endParaRPr>
          </a:p>
          <a:p>
            <a:pPr algn="l">
              <a:lnSpc>
                <a:spcPts val="5760"/>
              </a:lnSpc>
            </a:pPr>
            <a:r>
              <a:rPr lang="en-US" sz="3600" dirty="0">
                <a:solidFill>
                  <a:srgbClr val="FFFFFF"/>
                </a:solidFill>
                <a:latin typeface="Calibri (MS)"/>
                <a:cs typeface="Calibri (MS)"/>
              </a:rPr>
              <a:t>nefesh </a:t>
            </a:r>
            <a:r>
              <a:rPr lang="en-US" sz="3600" dirty="0" err="1">
                <a:solidFill>
                  <a:srgbClr val="FFFFFF"/>
                </a:solidFill>
                <a:latin typeface="Calibri (MS)"/>
                <a:cs typeface="Calibri (MS)"/>
              </a:rPr>
              <a:t>Y’hudi</a:t>
            </a:r>
            <a:r>
              <a:rPr lang="en-US" sz="3600" dirty="0">
                <a:solidFill>
                  <a:srgbClr val="FFFFFF"/>
                </a:solidFill>
                <a:latin typeface="Calibri (MS)"/>
                <a:cs typeface="Calibri (MS)"/>
              </a:rPr>
              <a:t> </a:t>
            </a:r>
            <a:r>
              <a:rPr lang="en-US" sz="3600" dirty="0" err="1">
                <a:solidFill>
                  <a:srgbClr val="FFFFFF"/>
                </a:solidFill>
                <a:latin typeface="Calibri (MS)"/>
                <a:cs typeface="Calibri (MS)"/>
              </a:rPr>
              <a:t>homiyah</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ul’faatei</a:t>
            </a:r>
            <a:r>
              <a:rPr lang="en-US" sz="3600" dirty="0">
                <a:solidFill>
                  <a:srgbClr val="FFFFFF"/>
                </a:solidFill>
                <a:latin typeface="Calibri (MS)"/>
                <a:cs typeface="Calibri (MS)"/>
              </a:rPr>
              <a:t> </a:t>
            </a:r>
            <a:r>
              <a:rPr lang="en-US" sz="3600" dirty="0" err="1">
                <a:solidFill>
                  <a:srgbClr val="FFFFFF"/>
                </a:solidFill>
                <a:latin typeface="Calibri (MS)"/>
                <a:cs typeface="Calibri (MS)"/>
              </a:rPr>
              <a:t>mizrach</a:t>
            </a:r>
            <a:r>
              <a:rPr lang="en-US" sz="3600" dirty="0">
                <a:solidFill>
                  <a:srgbClr val="FFFFFF"/>
                </a:solidFill>
                <a:latin typeface="Calibri (MS)"/>
                <a:cs typeface="Calibri (MS)"/>
              </a:rPr>
              <a:t> </a:t>
            </a:r>
            <a:r>
              <a:rPr lang="en-US" sz="3600" dirty="0" err="1">
                <a:solidFill>
                  <a:srgbClr val="FFFFFF"/>
                </a:solidFill>
                <a:latin typeface="Calibri (MS)"/>
                <a:cs typeface="Calibri (MS)"/>
              </a:rPr>
              <a:t>kadimah</a:t>
            </a:r>
            <a:endParaRPr lang="en-US" sz="3600" dirty="0">
              <a:solidFill>
                <a:srgbClr val="FFFFFF"/>
              </a:solidFill>
              <a:latin typeface="Calibri (MS)"/>
              <a:cs typeface="Calibri (MS)"/>
            </a:endParaRPr>
          </a:p>
          <a:p>
            <a:pPr algn="l">
              <a:lnSpc>
                <a:spcPts val="5760"/>
              </a:lnSpc>
            </a:pPr>
            <a:r>
              <a:rPr lang="en-US" sz="3600" dirty="0">
                <a:solidFill>
                  <a:srgbClr val="FFFFFF"/>
                </a:solidFill>
                <a:latin typeface="Calibri (MS)"/>
                <a:cs typeface="Calibri (MS)"/>
              </a:rPr>
              <a:t>ayin </a:t>
            </a:r>
            <a:r>
              <a:rPr lang="en-US" sz="3600" dirty="0" err="1">
                <a:solidFill>
                  <a:srgbClr val="FFFFFF"/>
                </a:solidFill>
                <a:latin typeface="Calibri (MS)"/>
                <a:cs typeface="Calibri (MS)"/>
              </a:rPr>
              <a:t>l’Tziyon</a:t>
            </a:r>
            <a:r>
              <a:rPr lang="en-US" sz="3600" dirty="0">
                <a:solidFill>
                  <a:srgbClr val="FFFFFF"/>
                </a:solidFill>
                <a:latin typeface="Calibri (MS)"/>
                <a:cs typeface="Calibri (MS)"/>
              </a:rPr>
              <a:t> </a:t>
            </a:r>
            <a:r>
              <a:rPr lang="en-US" sz="3600" dirty="0" err="1">
                <a:solidFill>
                  <a:srgbClr val="FFFFFF"/>
                </a:solidFill>
                <a:latin typeface="Calibri (MS)"/>
                <a:cs typeface="Calibri (MS)"/>
              </a:rPr>
              <a:t>tzofiyah</a:t>
            </a:r>
            <a:r>
              <a:rPr lang="en-US" sz="3600" dirty="0">
                <a:solidFill>
                  <a:srgbClr val="FFFFFF"/>
                </a:solidFill>
                <a:latin typeface="Calibri (MS)"/>
                <a:cs typeface="Calibri (MS)"/>
              </a:rPr>
              <a:t>.</a:t>
            </a:r>
          </a:p>
          <a:p>
            <a:pPr algn="l">
              <a:lnSpc>
                <a:spcPts val="5760"/>
              </a:lnSpc>
            </a:pPr>
            <a:r>
              <a:rPr lang="en-US" sz="3600" dirty="0">
                <a:solidFill>
                  <a:srgbClr val="FFFFFF"/>
                </a:solidFill>
                <a:latin typeface="Calibri (MS)"/>
                <a:cs typeface="Calibri (MS)"/>
              </a:rPr>
              <a:t>Od lo </a:t>
            </a:r>
            <a:r>
              <a:rPr lang="en-US" sz="3600" dirty="0" err="1">
                <a:solidFill>
                  <a:srgbClr val="FFFFFF"/>
                </a:solidFill>
                <a:latin typeface="Calibri (MS)"/>
                <a:cs typeface="Calibri (MS)"/>
              </a:rPr>
              <a:t>av’dah</a:t>
            </a:r>
            <a:r>
              <a:rPr lang="en-US" sz="3600" dirty="0">
                <a:solidFill>
                  <a:srgbClr val="FFFFFF"/>
                </a:solidFill>
                <a:latin typeface="Calibri (MS)"/>
                <a:cs typeface="Calibri (MS)"/>
              </a:rPr>
              <a:t> </a:t>
            </a:r>
            <a:r>
              <a:rPr lang="en-US" sz="3600" dirty="0" err="1">
                <a:solidFill>
                  <a:srgbClr val="FFFFFF"/>
                </a:solidFill>
                <a:latin typeface="Calibri (MS)"/>
                <a:cs typeface="Calibri (MS)"/>
              </a:rPr>
              <a:t>tikvateinu</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hatikvah</a:t>
            </a:r>
            <a:r>
              <a:rPr lang="en-US" sz="3600" dirty="0">
                <a:solidFill>
                  <a:srgbClr val="FFFFFF"/>
                </a:solidFill>
                <a:latin typeface="Calibri (MS)"/>
                <a:cs typeface="Calibri (MS)"/>
              </a:rPr>
              <a:t> bat </a:t>
            </a:r>
            <a:r>
              <a:rPr lang="en-US" sz="3600" dirty="0" err="1">
                <a:solidFill>
                  <a:srgbClr val="FFFFFF"/>
                </a:solidFill>
                <a:latin typeface="Calibri (MS)"/>
                <a:cs typeface="Calibri (MS)"/>
              </a:rPr>
              <a:t>sh’not</a:t>
            </a:r>
            <a:r>
              <a:rPr lang="en-US" sz="3600" dirty="0">
                <a:solidFill>
                  <a:srgbClr val="FFFFFF"/>
                </a:solidFill>
                <a:latin typeface="Calibri (MS)"/>
                <a:cs typeface="Calibri (MS)"/>
              </a:rPr>
              <a:t> </a:t>
            </a:r>
            <a:r>
              <a:rPr lang="en-US" sz="3600" dirty="0" err="1">
                <a:solidFill>
                  <a:srgbClr val="FFFFFF"/>
                </a:solidFill>
                <a:latin typeface="Calibri (MS)"/>
                <a:cs typeface="Calibri (MS)"/>
              </a:rPr>
              <a:t>alpayim</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lih’yot</a:t>
            </a:r>
            <a:r>
              <a:rPr lang="en-US" sz="3600" dirty="0">
                <a:solidFill>
                  <a:srgbClr val="FFFFFF"/>
                </a:solidFill>
                <a:latin typeface="Calibri (MS)"/>
                <a:cs typeface="Calibri (MS)"/>
              </a:rPr>
              <a:t> am </a:t>
            </a:r>
            <a:r>
              <a:rPr lang="en-US" sz="3600" dirty="0" err="1">
                <a:solidFill>
                  <a:srgbClr val="FFFFFF"/>
                </a:solidFill>
                <a:latin typeface="Calibri (MS)"/>
                <a:cs typeface="Calibri (MS)"/>
              </a:rPr>
              <a:t>chofshi</a:t>
            </a:r>
            <a:r>
              <a:rPr lang="en-US" sz="3600" dirty="0">
                <a:solidFill>
                  <a:srgbClr val="FFFFFF"/>
                </a:solidFill>
                <a:latin typeface="Calibri (MS)"/>
                <a:cs typeface="Calibri (MS)"/>
              </a:rPr>
              <a:t> </a:t>
            </a:r>
            <a:r>
              <a:rPr lang="en-US" sz="3600" dirty="0" err="1">
                <a:solidFill>
                  <a:srgbClr val="FFFFFF"/>
                </a:solidFill>
                <a:latin typeface="Calibri (MS)"/>
                <a:cs typeface="Calibri (MS)"/>
              </a:rPr>
              <a:t>b’artzeinu</a:t>
            </a:r>
            <a:endParaRPr lang="en-US" sz="3600" dirty="0">
              <a:solidFill>
                <a:srgbClr val="FFFFFF"/>
              </a:solidFill>
              <a:latin typeface="Calibri (MS)"/>
              <a:cs typeface="Calibri (MS)"/>
            </a:endParaRPr>
          </a:p>
          <a:p>
            <a:pPr algn="l">
              <a:lnSpc>
                <a:spcPts val="5760"/>
              </a:lnSpc>
            </a:pPr>
            <a:r>
              <a:rPr lang="en-US" sz="3600" dirty="0">
                <a:solidFill>
                  <a:srgbClr val="FFFFFF"/>
                </a:solidFill>
                <a:latin typeface="Calibri (MS)"/>
                <a:cs typeface="Calibri (MS)"/>
              </a:rPr>
              <a:t>eretz Tziyon </a:t>
            </a:r>
            <a:r>
              <a:rPr lang="en-US" sz="3600" dirty="0" err="1">
                <a:solidFill>
                  <a:srgbClr val="FFFFFF"/>
                </a:solidFill>
                <a:latin typeface="Calibri (MS)"/>
                <a:cs typeface="Calibri (MS)"/>
              </a:rPr>
              <a:t>virushalayim</a:t>
            </a:r>
            <a:r>
              <a:rPr lang="en-US" sz="3600" dirty="0">
                <a:solidFill>
                  <a:srgbClr val="FFFFFF"/>
                </a:solidFill>
                <a:latin typeface="Calibri (MS)"/>
                <a:cs typeface="Calibri (MS)"/>
              </a:rPr>
              <a:t>.</a:t>
            </a:r>
          </a:p>
        </p:txBody>
      </p:sp>
      <p:sp>
        <p:nvSpPr>
          <p:cNvPr id="11" name="TextBox 11"/>
          <p:cNvSpPr txBox="1"/>
          <p:nvPr/>
        </p:nvSpPr>
        <p:spPr>
          <a:xfrm>
            <a:off x="8665588" y="1020736"/>
            <a:ext cx="5794490" cy="6126480"/>
          </a:xfrm>
          <a:prstGeom prst="rect">
            <a:avLst/>
          </a:prstGeom>
        </p:spPr>
        <p:txBody>
          <a:bodyPr lIns="0" tIns="0" rIns="0" bIns="0" rtlCol="0" anchor="t"/>
          <a:lstStyle/>
          <a:p>
            <a:pPr algn="r" rtl="1">
              <a:lnSpc>
                <a:spcPts val="5760"/>
              </a:lnSpc>
            </a:pPr>
            <a:r>
              <a:rPr lang="he-IL" sz="4500" dirty="0">
                <a:solidFill>
                  <a:srgbClr val="FFFFFF"/>
                </a:solidFill>
                <a:latin typeface="David Libre"/>
                <a:ea typeface="David Libre"/>
                <a:cs typeface="David Libre"/>
                <a:sym typeface="David Libre"/>
                <a:rtl/>
              </a:rPr>
              <a:t>כֹּל עוֹד בַּלֵּבָב פְּנִימָה</a:t>
            </a:r>
          </a:p>
          <a:p>
            <a:pPr algn="r" rtl="1">
              <a:lnSpc>
                <a:spcPts val="5760"/>
              </a:lnSpc>
            </a:pPr>
            <a:r>
              <a:rPr lang="he-IL" sz="4500" dirty="0">
                <a:solidFill>
                  <a:srgbClr val="FFFFFF"/>
                </a:solidFill>
                <a:latin typeface="David Libre"/>
                <a:ea typeface="David Libre"/>
                <a:cs typeface="David Libre"/>
                <a:sym typeface="David Libre"/>
                <a:rtl/>
              </a:rPr>
              <a:t>נֶפֶשׁ יְהוּדִי </a:t>
            </a:r>
            <a:r>
              <a:rPr lang="he-IL" sz="4500" dirty="0" err="1">
                <a:solidFill>
                  <a:srgbClr val="FFFFFF"/>
                </a:solidFill>
                <a:latin typeface="David Libre"/>
                <a:ea typeface="David Libre"/>
                <a:cs typeface="David Libre"/>
                <a:sym typeface="David Libre"/>
                <a:rtl/>
              </a:rPr>
              <a:t>הוֹמִיָּה</a:t>
            </a:r>
            <a:r>
              <a:rPr lang="he-IL" sz="4500" dirty="0">
                <a:solidFill>
                  <a:srgbClr val="FFFFFF"/>
                </a:solidFill>
                <a:latin typeface="David Libre"/>
                <a:ea typeface="David Libre"/>
                <a:cs typeface="David Libre"/>
                <a:sym typeface="David Libre"/>
                <a:rtl/>
              </a:rPr>
              <a:t>,</a:t>
            </a:r>
          </a:p>
          <a:p>
            <a:pPr algn="r" rtl="1">
              <a:lnSpc>
                <a:spcPts val="5760"/>
              </a:lnSpc>
            </a:pPr>
            <a:r>
              <a:rPr lang="he-IL" sz="4500" dirty="0">
                <a:solidFill>
                  <a:srgbClr val="FFFFFF"/>
                </a:solidFill>
                <a:latin typeface="David Libre"/>
                <a:ea typeface="David Libre"/>
                <a:cs typeface="David Libre"/>
                <a:sym typeface="David Libre"/>
                <a:rtl/>
              </a:rPr>
              <a:t>וּלְפַאֲתֵי מִזְרָח קָדִימָה,</a:t>
            </a:r>
          </a:p>
          <a:p>
            <a:pPr algn="r" rtl="1">
              <a:lnSpc>
                <a:spcPts val="5760"/>
              </a:lnSpc>
            </a:pPr>
            <a:r>
              <a:rPr lang="he-IL" sz="4500" dirty="0">
                <a:solidFill>
                  <a:srgbClr val="FFFFFF"/>
                </a:solidFill>
                <a:latin typeface="David Libre"/>
                <a:ea typeface="David Libre"/>
                <a:cs typeface="David Libre"/>
                <a:sym typeface="David Libre"/>
                <a:rtl/>
              </a:rPr>
              <a:t>עַיִן לְצִיּוֹן צוֹפִיָּה,</a:t>
            </a:r>
          </a:p>
          <a:p>
            <a:pPr algn="r" rtl="1">
              <a:lnSpc>
                <a:spcPts val="5760"/>
              </a:lnSpc>
            </a:pPr>
            <a:r>
              <a:rPr lang="he-IL" sz="4500" dirty="0">
                <a:solidFill>
                  <a:srgbClr val="FFFFFF"/>
                </a:solidFill>
                <a:latin typeface="David Libre"/>
                <a:ea typeface="David Libre"/>
                <a:cs typeface="David Libre"/>
                <a:sym typeface="David Libre"/>
                <a:rtl/>
              </a:rPr>
              <a:t>עוֹד לֹא אָבְדָה </a:t>
            </a:r>
            <a:r>
              <a:rPr lang="he-IL" sz="4500" dirty="0" err="1">
                <a:solidFill>
                  <a:srgbClr val="FFFFFF"/>
                </a:solidFill>
                <a:latin typeface="David Libre"/>
                <a:ea typeface="David Libre"/>
                <a:cs typeface="David Libre"/>
                <a:sym typeface="David Libre"/>
                <a:rtl/>
              </a:rPr>
              <a:t>תִּקְוָתֵנו</a:t>
            </a:r>
            <a:r>
              <a:rPr lang="he-IL" sz="4500" dirty="0">
                <a:solidFill>
                  <a:srgbClr val="FFFFFF"/>
                </a:solidFill>
                <a:latin typeface="David Libre"/>
                <a:ea typeface="David Libre"/>
                <a:cs typeface="David Libre"/>
                <a:sym typeface="David Libre"/>
                <a:rtl/>
              </a:rPr>
              <a:t>ּ,</a:t>
            </a:r>
          </a:p>
          <a:p>
            <a:pPr algn="r" rtl="1">
              <a:lnSpc>
                <a:spcPts val="5760"/>
              </a:lnSpc>
            </a:pPr>
            <a:r>
              <a:rPr lang="he-IL" sz="4500" dirty="0" err="1">
                <a:solidFill>
                  <a:srgbClr val="FFFFFF"/>
                </a:solidFill>
                <a:latin typeface="David Libre"/>
                <a:ea typeface="David Libre"/>
                <a:cs typeface="David Libre"/>
                <a:sym typeface="David Libre"/>
                <a:rtl/>
              </a:rPr>
              <a:t>הַתִּקְוָה</a:t>
            </a:r>
            <a:r>
              <a:rPr lang="he-IL" sz="4500" dirty="0">
                <a:solidFill>
                  <a:srgbClr val="FFFFFF"/>
                </a:solidFill>
                <a:latin typeface="David Libre"/>
                <a:ea typeface="David Libre"/>
                <a:cs typeface="David Libre"/>
                <a:sym typeface="David Libre"/>
                <a:rtl/>
              </a:rPr>
              <a:t> בַּת שְׁנוֹת אַלְפַּיִם,</a:t>
            </a:r>
          </a:p>
          <a:p>
            <a:pPr algn="r" rtl="1">
              <a:lnSpc>
                <a:spcPts val="5760"/>
              </a:lnSpc>
            </a:pPr>
            <a:r>
              <a:rPr lang="he-IL" sz="4500" dirty="0">
                <a:solidFill>
                  <a:srgbClr val="FFFFFF"/>
                </a:solidFill>
                <a:latin typeface="David Libre"/>
                <a:ea typeface="David Libre"/>
                <a:cs typeface="David Libre"/>
                <a:sym typeface="David Libre"/>
                <a:rtl/>
              </a:rPr>
              <a:t>לִהְיוֹת עַם חָפְשִׁי בְּאַרְצֵנוּ,</a:t>
            </a:r>
          </a:p>
          <a:p>
            <a:pPr algn="r" rtl="1">
              <a:lnSpc>
                <a:spcPts val="5760"/>
              </a:lnSpc>
            </a:pPr>
            <a:r>
              <a:rPr lang="he-IL" sz="4500" dirty="0">
                <a:solidFill>
                  <a:srgbClr val="FFFFFF"/>
                </a:solidFill>
                <a:latin typeface="David Libre"/>
                <a:ea typeface="David Libre"/>
                <a:cs typeface="David Libre"/>
                <a:sym typeface="David Libre"/>
                <a:rtl/>
              </a:rPr>
              <a:t>אֶרֶץ צִיּוֹן וִירוּשָׁלַיִם.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הַתִּקְוָה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HaTikvah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So long as within the inmost heart a Jewish spirit sings, and the eye looks eastward gazing toward Zion, our hope is not lost — the hope of two thousand years: to be a free people in our land, the land of Zion and Jerusalem.</a:t>
              </a:r>
            </a:p>
          </p:txBody>
        </p:sp>
      </p:gr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b="1">
                <a:solidFill>
                  <a:srgbClr val="FFFFFF"/>
                </a:solidFill>
                <a:latin typeface="Calibri (MS)"/>
                <a:cs typeface="Calibri (MS)"/>
              </a:rPr>
              <a:t>• Pledge / HaTikvah</a:t>
            </a:r>
          </a:p>
          <a:p>
            <a:pPr algn="l" marL="182880" indent="0">
              <a:lnSpc>
                <a:spcPts val="2200"/>
              </a:lnSpc>
            </a:pPr>
            <a:r>
              <a:rPr lang="en-US" sz="1800">
                <a:solidFill>
                  <a:srgbClr val="B8E3E6"/>
                </a:solidFill>
                <a:latin typeface="Calibri (MS)"/>
                <a:cs typeface="Calibri (MS)"/>
              </a:rPr>
              <a:t>• Hinei Mah Tov</a:t>
            </a:r>
          </a:p>
          <a:p>
            <a:pPr algn="l" marL="182880" indent="0">
              <a:lnSpc>
                <a:spcPts val="2200"/>
              </a:lnSpc>
            </a:pPr>
            <a:r>
              <a:rPr lang="en-US" sz="1800">
                <a:solidFill>
                  <a:srgbClr val="B8E3E6"/>
                </a:solidFill>
                <a:latin typeface="Calibri (MS)"/>
                <a:cs typeface="Calibri (MS)"/>
              </a:rPr>
              <a:t>• Living Our Values</a:t>
            </a:r>
          </a:p>
          <a:p>
            <a:pPr algn="l" marL="182880" indent="0">
              <a:lnSpc>
                <a:spcPts val="2200"/>
              </a:lnSpc>
            </a:pPr>
            <a:r>
              <a:rPr lang="en-US" sz="1800">
                <a:solidFill>
                  <a:srgbClr val="B8E3E6"/>
                </a:solidFill>
                <a:latin typeface="Calibri (MS)"/>
                <a:cs typeface="Calibri (MS)"/>
              </a:rPr>
              <a:t>• Modeh Ani</a:t>
            </a:r>
          </a:p>
          <a:p>
            <a:pPr algn="l" marL="182880" indent="0">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737360"/>
          </a:xfrm>
          <a:prstGeom prst="rect">
            <a:avLst/>
          </a:prstGeom>
        </p:spPr>
        <p:txBody>
          <a:bodyPr lIns="0" tIns="0" rIns="0" bIns="0" rtlCol="0" anchor="t"/>
          <a:lstStyle/>
          <a:p>
            <a:pPr algn="l">
              <a:lnSpc>
                <a:spcPts val="5760"/>
              </a:lnSpc>
            </a:pPr>
            <a:r>
              <a:rPr lang="en-US" sz="3600" dirty="0" err="1">
                <a:solidFill>
                  <a:srgbClr val="FFFFFF"/>
                </a:solidFill>
                <a:latin typeface="Calibri (MS)"/>
                <a:cs typeface="Calibri (MS)"/>
              </a:rPr>
              <a:t>Hineih</a:t>
            </a:r>
            <a:r>
              <a:rPr lang="en-US" sz="3600" dirty="0">
                <a:solidFill>
                  <a:srgbClr val="FFFFFF"/>
                </a:solidFill>
                <a:latin typeface="Calibri (MS)"/>
                <a:cs typeface="Calibri (MS)"/>
              </a:rPr>
              <a:t> </a:t>
            </a:r>
            <a:r>
              <a:rPr lang="en-US" sz="3600" dirty="0" err="1">
                <a:solidFill>
                  <a:srgbClr val="FFFFFF"/>
                </a:solidFill>
                <a:latin typeface="Calibri (MS)"/>
                <a:cs typeface="Calibri (MS)"/>
              </a:rPr>
              <a:t>mah</a:t>
            </a:r>
            <a:r>
              <a:rPr lang="en-US" sz="3600" dirty="0">
                <a:solidFill>
                  <a:srgbClr val="FFFFFF"/>
                </a:solidFill>
                <a:latin typeface="Calibri (MS)"/>
                <a:cs typeface="Calibri (MS)"/>
              </a:rPr>
              <a:t> tov </a:t>
            </a:r>
            <a:r>
              <a:rPr lang="en-US" sz="3600" dirty="0" err="1">
                <a:solidFill>
                  <a:srgbClr val="FFFFFF"/>
                </a:solidFill>
                <a:latin typeface="Calibri (MS)"/>
                <a:cs typeface="Calibri (MS)"/>
              </a:rPr>
              <a:t>u’mah</a:t>
            </a:r>
            <a:r>
              <a:rPr lang="en-US" sz="3600" dirty="0">
                <a:solidFill>
                  <a:srgbClr val="FFFFFF"/>
                </a:solidFill>
                <a:latin typeface="Calibri (MS)"/>
                <a:cs typeface="Calibri (MS)"/>
              </a:rPr>
              <a:t> </a:t>
            </a:r>
            <a:r>
              <a:rPr lang="en-US" sz="3600" dirty="0" err="1">
                <a:solidFill>
                  <a:srgbClr val="FFFFFF"/>
                </a:solidFill>
                <a:latin typeface="Calibri (MS)"/>
                <a:cs typeface="Calibri (MS)"/>
              </a:rPr>
              <a:t>na-im</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shevet</a:t>
            </a:r>
            <a:r>
              <a:rPr lang="en-US" sz="3600" dirty="0">
                <a:solidFill>
                  <a:srgbClr val="FFFFFF"/>
                </a:solidFill>
                <a:latin typeface="Calibri (MS)"/>
                <a:cs typeface="Calibri (MS)"/>
              </a:rPr>
              <a:t> </a:t>
            </a:r>
            <a:r>
              <a:rPr lang="en-US" sz="3600" dirty="0" err="1">
                <a:solidFill>
                  <a:srgbClr val="FFFFFF"/>
                </a:solidFill>
                <a:latin typeface="Calibri (MS)"/>
                <a:cs typeface="Calibri (MS)"/>
              </a:rPr>
              <a:t>achim</a:t>
            </a:r>
            <a:r>
              <a:rPr lang="en-US" sz="3600" dirty="0">
                <a:solidFill>
                  <a:srgbClr val="FFFFFF"/>
                </a:solidFill>
                <a:latin typeface="Calibri (MS)"/>
                <a:cs typeface="Calibri (MS)"/>
              </a:rPr>
              <a:t> gam </a:t>
            </a:r>
            <a:r>
              <a:rPr lang="en-US" sz="3600" dirty="0" err="1">
                <a:solidFill>
                  <a:srgbClr val="FFFFFF"/>
                </a:solidFill>
                <a:latin typeface="Calibri (MS)"/>
                <a:cs typeface="Calibri (MS)"/>
              </a:rPr>
              <a:t>yachad</a:t>
            </a:r>
            <a:r>
              <a:rPr lang="en-US" sz="3600" dirty="0">
                <a:solidFill>
                  <a:srgbClr val="FFFFFF"/>
                </a:solidFill>
                <a:latin typeface="Calibri (MS)"/>
                <a:cs typeface="Calibri (MS)"/>
              </a:rPr>
              <a:t>.</a:t>
            </a:r>
          </a:p>
        </p:txBody>
      </p:sp>
      <p:sp>
        <p:nvSpPr>
          <p:cNvPr id="11" name="TextBox 11"/>
          <p:cNvSpPr txBox="1"/>
          <p:nvPr/>
        </p:nvSpPr>
        <p:spPr>
          <a:xfrm>
            <a:off x="8665588" y="1020736"/>
            <a:ext cx="5794490" cy="17373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הִנֵּה מַה־טּוֹב וּמַה־נָּעִים</a:t>
            </a:r>
          </a:p>
          <a:p>
            <a:pPr algn="r" rtl="1">
              <a:lnSpc>
                <a:spcPts val="5760"/>
              </a:lnSpc>
            </a:pPr>
            <a:r>
              <a:rPr lang="he-IL" sz="4500">
                <a:solidFill>
                  <a:srgbClr val="FFFFFF"/>
                </a:solidFill>
                <a:latin typeface="David Libre"/>
                <a:ea typeface="David Libre"/>
                <a:cs typeface="David Libre"/>
                <a:sym typeface="David Libre"/>
                <a:rtl/>
              </a:rPr>
              <a:t>שֶׁבֶת אַחִים גַּם־יָחַד.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dirty="0">
                <a:solidFill>
                  <a:srgbClr val="FFFFFF"/>
                </a:solidFill>
                <a:latin typeface="David Libre"/>
                <a:ea typeface="David Libre"/>
                <a:cs typeface="David Libre"/>
                <a:sym typeface="David Libre"/>
                <a:rtl/>
              </a:rPr>
              <a:t>הִנֵּה מַה טּוֹב</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Hinei Mah Tov</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How good and how pleasant it is that brothers and sisters dwell together. (Psalm 133:1)</a:t>
              </a:r>
            </a:p>
          </p:txBody>
        </p:sp>
      </p:gr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a:solidFill>
                  <a:srgbClr val="B8E3E6"/>
                </a:solidFill>
                <a:latin typeface="Calibri (MS)"/>
                <a:cs typeface="Calibri (MS)"/>
              </a:rPr>
              <a:t>• Pledge / HaTikvah</a:t>
            </a:r>
          </a:p>
          <a:p>
            <a:pPr algn="l" marL="182880" indent="0">
              <a:lnSpc>
                <a:spcPts val="2200"/>
              </a:lnSpc>
            </a:pPr>
            <a:r>
              <a:rPr lang="en-US" sz="1800" b="1">
                <a:solidFill>
                  <a:srgbClr val="FFFFFF"/>
                </a:solidFill>
                <a:latin typeface="Calibri (MS)"/>
                <a:cs typeface="Calibri (MS)"/>
              </a:rPr>
              <a:t>• Hinei Mah Tov</a:t>
            </a:r>
          </a:p>
          <a:p>
            <a:pPr algn="l" marL="182880" indent="0">
              <a:lnSpc>
                <a:spcPts val="2200"/>
              </a:lnSpc>
            </a:pPr>
            <a:r>
              <a:rPr lang="en-US" sz="1800">
                <a:solidFill>
                  <a:srgbClr val="B8E3E6"/>
                </a:solidFill>
                <a:latin typeface="Calibri (MS)"/>
                <a:cs typeface="Calibri (MS)"/>
              </a:rPr>
              <a:t>• Living Our Values</a:t>
            </a:r>
          </a:p>
          <a:p>
            <a:pPr algn="l" marL="182880" indent="0">
              <a:lnSpc>
                <a:spcPts val="2200"/>
              </a:lnSpc>
            </a:pPr>
            <a:r>
              <a:rPr lang="en-US" sz="1800">
                <a:solidFill>
                  <a:srgbClr val="B8E3E6"/>
                </a:solidFill>
                <a:latin typeface="Calibri (MS)"/>
                <a:cs typeface="Calibri (MS)"/>
              </a:rPr>
              <a:t>• Modeh Ani</a:t>
            </a:r>
          </a:p>
          <a:p>
            <a:pPr algn="l" marL="182880" indent="0">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274320"/>
          <a:ext cx="0" cy="0"/>
          <a:chOff x="0" y="0"/>
          <a:chExt cx="0" cy="0"/>
        </a:xfrm>
      </p:grpSpPr>
      <p:grpSp>
        <p:nvGrpSpPr>
          <p:cNvPr id="2" name="Group 2"/>
          <p:cNvGrpSpPr/>
          <p:nvPr/>
        </p:nvGrpSpPr>
        <p:grpSpPr>
          <a:xfrm>
            <a:off x="0" y="255742"/>
            <a:ext cx="15853526" cy="222166"/>
            <a:chOff x="0" y="0"/>
            <a:chExt cx="17339733" cy="242993"/>
          </a:xfrm>
        </p:grpSpPr>
        <p:sp>
          <p:nvSpPr>
            <p:cNvPr id="13" name="Freeform 3"/>
            <p:cNvSpPr/>
            <p:nvPr/>
          </p:nvSpPr>
          <p:spPr>
            <a:xfrm>
              <a:off x="2641" y="275298"/>
              <a:ext cx="15026272" cy="208712"/>
            </a:xfrm>
            <a:custGeom>
              <a:avLst/>
              <a:gdLst/>
              <a:ahLst/>
              <a:cxnLst/>
              <a:rect l="l" t="t" r="r" b="b"/>
              <a:pathLst>
                <a:path w="17333713" h="240763">
                  <a:moveTo>
                    <a:pt x="0" y="0"/>
                  </a:moveTo>
                  <a:lnTo>
                    <a:pt x="17333713" y="0"/>
                  </a:lnTo>
                  <a:lnTo>
                    <a:pt x="17333713" y="240763"/>
                  </a:lnTo>
                  <a:lnTo>
                    <a:pt x="0" y="240763"/>
                  </a:lnTo>
                  <a:close/>
                </a:path>
              </a:pathLst>
            </a:custGeom>
            <a:solidFill>
              <a:srgbClr val="008C95"/>
            </a:solidFill>
          </p:spPr>
          <p:txBody>
            <a:bodyPr/>
            <a:lstStyle/>
            <a:p>
              <a:endParaRPr lang="en-US"/>
            </a:p>
          </p:txBody>
        </p:sp>
      </p:grpSp>
      <p:sp>
        <p:nvSpPr>
          <p:cNvPr id="8" name="TextBox 8"/>
          <p:cNvSpPr txBox="1"/>
          <p:nvPr/>
        </p:nvSpPr>
        <p:spPr>
          <a:xfrm>
            <a:off x="1102485" y="5369497"/>
            <a:ext cx="3423922" cy="3325925"/>
          </a:xfrm>
          <a:prstGeom prst="rect">
            <a:avLst/>
          </a:prstGeom>
        </p:spPr>
        <p:txBody>
          <a:bodyPr lIns="0" tIns="0" rIns="0" bIns="0" rtlCol="0" anchor="t">
            <a:spAutoFit/>
          </a:bodyPr>
          <a:lstStyle/>
          <a:p>
            <a:pPr algn="ctr">
              <a:lnSpc>
                <a:spcPts val="18489"/>
              </a:lnSpc>
            </a:pPr>
            <a:r>
              <a:rPr lang="he-IL" sz="12482">
                <a:solidFill>
                  <a:srgbClr val="FFFFFF"/>
                </a:solidFill>
                <a:latin typeface="David Libre"/>
                <a:ea typeface="David Libre"/>
                <a:cs typeface="David Libre"/>
                <a:sym typeface="David Libre"/>
                <a:rtl/>
              </a:rPr>
              <a:t>כָּבוֹד</a:t>
            </a:r>
          </a:p>
          <a:p>
            <a:pPr algn="ctr">
              <a:lnSpc>
                <a:spcPts val="9629"/>
              </a:lnSpc>
            </a:pPr>
            <a:r>
              <a:rPr lang="en-US" sz="6500">
                <a:solidFill>
                  <a:srgbClr val="008C95"/>
                </a:solidFill>
                <a:latin typeface="Pinata Marks Rough Shadow"/>
                <a:ea typeface="Pinata Marks Rough Shadow"/>
                <a:cs typeface="Pinata Marks Rough Shadow"/>
                <a:sym typeface="Pinata Marks Rough Shadow"/>
              </a:rPr>
              <a:t>Respect</a:t>
            </a:r>
          </a:p>
        </p:txBody>
      </p:sp>
      <p:sp>
        <p:nvSpPr>
          <p:cNvPr id="9" name="TextBox 9"/>
          <p:cNvSpPr txBox="1"/>
          <p:nvPr/>
        </p:nvSpPr>
        <p:spPr>
          <a:xfrm>
            <a:off x="8040264" y="1590816"/>
            <a:ext cx="4638155" cy="3015986"/>
          </a:xfrm>
          <a:prstGeom prst="rect">
            <a:avLst/>
          </a:prstGeom>
        </p:spPr>
        <p:txBody>
          <a:bodyPr lIns="0" tIns="0" rIns="0" bIns="0" rtlCol="0" anchor="t">
            <a:spAutoFit/>
          </a:bodyPr>
          <a:lstStyle/>
          <a:p>
            <a:pPr algn="ctr">
              <a:lnSpc>
                <a:spcPts val="16724"/>
              </a:lnSpc>
            </a:pPr>
            <a:r>
              <a:rPr lang="he-IL" sz="11291" dirty="0">
                <a:solidFill>
                  <a:srgbClr val="FFFFFF"/>
                </a:solidFill>
                <a:latin typeface="David Libre"/>
                <a:ea typeface="David Libre"/>
                <a:cs typeface="David Libre"/>
                <a:sym typeface="David Libre"/>
                <a:rtl/>
              </a:rPr>
              <a:t>קְהִילָּה</a:t>
            </a:r>
          </a:p>
          <a:p>
            <a:pPr algn="ctr">
              <a:lnSpc>
                <a:spcPts val="8710"/>
              </a:lnSpc>
            </a:pPr>
            <a:r>
              <a:rPr lang="en-US" sz="5880" dirty="0">
                <a:solidFill>
                  <a:srgbClr val="008C95"/>
                </a:solidFill>
                <a:latin typeface="Pinata Marks Rough Shadow"/>
                <a:ea typeface="Pinata Marks Rough Shadow"/>
                <a:cs typeface="Pinata Marks Rough Shadow"/>
                <a:sym typeface="Pinata Marks Rough Shadow"/>
              </a:rPr>
              <a:t>Community</a:t>
            </a:r>
          </a:p>
        </p:txBody>
      </p:sp>
      <p:sp>
        <p:nvSpPr>
          <p:cNvPr id="10" name="TextBox 10"/>
          <p:cNvSpPr txBox="1"/>
          <p:nvPr/>
        </p:nvSpPr>
        <p:spPr>
          <a:xfrm>
            <a:off x="1978471" y="1480573"/>
            <a:ext cx="4777265" cy="1737360"/>
          </a:xfrm>
          <a:prstGeom prst="rect">
            <a:avLst/>
          </a:prstGeom>
        </p:spPr>
        <p:txBody>
          <a:bodyPr lIns="0" tIns="0" rIns="0" bIns="0" rtlCol="0" anchor="t"/>
          <a:lstStyle/>
          <a:p>
            <a:pPr algn="ctr">
              <a:lnSpc>
                <a:spcPts val="17226"/>
              </a:lnSpc>
            </a:pPr>
            <a:r>
              <a:rPr lang="en-US" sz="11630" dirty="0">
                <a:solidFill>
                  <a:srgbClr val="008C95"/>
                </a:solidFill>
                <a:latin typeface="Times New Roman MT"/>
                <a:ea typeface="Times New Roman MT"/>
                <a:cs typeface="Times New Roman MT"/>
                <a:sym typeface="Times New Roman MT"/>
              </a:rPr>
              <a:t> </a:t>
            </a:r>
            <a:r>
              <a:rPr lang="he-IL" sz="11630" dirty="0">
                <a:solidFill>
                  <a:srgbClr val="008C95"/>
                </a:solidFill>
                <a:latin typeface="David Libre"/>
                <a:ea typeface="David Libre"/>
                <a:cs typeface="David Libre"/>
                <a:sym typeface="David Libre"/>
                <a:rtl/>
              </a:rPr>
              <a:t>צֶדֶק</a:t>
            </a:r>
          </a:p>
          <a:p>
            <a:pPr algn="ctr">
              <a:lnSpc>
                <a:spcPts val="8972"/>
              </a:lnSpc>
            </a:pPr>
            <a:r>
              <a:rPr lang="en-US" sz="6056" dirty="0">
                <a:solidFill>
                  <a:srgbClr val="FFFFFF"/>
                </a:solidFill>
                <a:latin typeface="Pinata Marks Rough Shadow"/>
                <a:ea typeface="Pinata Marks Rough Shadow"/>
                <a:cs typeface="Pinata Marks Rough Shadow"/>
                <a:sym typeface="Pinata Marks Rough Shadow"/>
              </a:rPr>
              <a:t>Righteousness</a:t>
            </a:r>
          </a:p>
        </p:txBody>
      </p:sp>
      <p:sp>
        <p:nvSpPr>
          <p:cNvPr id="11" name="TextBox 11"/>
          <p:cNvSpPr txBox="1"/>
          <p:nvPr/>
        </p:nvSpPr>
        <p:spPr>
          <a:xfrm>
            <a:off x="5735214" y="5369497"/>
            <a:ext cx="4304672" cy="1737360"/>
          </a:xfrm>
          <a:prstGeom prst="rect">
            <a:avLst/>
          </a:prstGeom>
        </p:spPr>
        <p:txBody>
          <a:bodyPr lIns="0" tIns="0" rIns="0" bIns="0" rtlCol="0" anchor="t"/>
          <a:lstStyle/>
          <a:p>
            <a:pPr algn="ctr">
              <a:lnSpc>
                <a:spcPts val="18489"/>
              </a:lnSpc>
            </a:pPr>
            <a:r>
              <a:rPr lang="he-IL" sz="12482" dirty="0">
                <a:solidFill>
                  <a:srgbClr val="008C95"/>
                </a:solidFill>
                <a:latin typeface="David Libre"/>
                <a:ea typeface="David Libre"/>
                <a:cs typeface="David Libre"/>
                <a:sym typeface="David Libre"/>
                <a:rtl/>
              </a:rPr>
              <a:t>חָכְמָה</a:t>
            </a:r>
          </a:p>
          <a:p>
            <a:pPr algn="ctr">
              <a:lnSpc>
                <a:spcPts val="9629"/>
              </a:lnSpc>
            </a:pPr>
            <a:r>
              <a:rPr lang="en-US" sz="6500" dirty="0">
                <a:solidFill>
                  <a:srgbClr val="FFFFFF"/>
                </a:solidFill>
                <a:latin typeface="Pinata Marks Rough Shadow"/>
                <a:ea typeface="Pinata Marks Rough Shadow"/>
                <a:cs typeface="Pinata Marks Rough Shadow"/>
                <a:sym typeface="Pinata Marks Rough Shadow"/>
              </a:rPr>
              <a:t>Wisdom</a:t>
            </a:r>
          </a:p>
        </p:txBody>
      </p:sp>
      <p:sp>
        <p:nvSpPr>
          <p:cNvPr id="12" name="TextBox 12"/>
          <p:cNvSpPr txBox="1"/>
          <p:nvPr/>
        </p:nvSpPr>
        <p:spPr>
          <a:xfrm>
            <a:off x="11291680" y="5370259"/>
            <a:ext cx="3060611" cy="3325925"/>
          </a:xfrm>
          <a:prstGeom prst="rect">
            <a:avLst/>
          </a:prstGeom>
        </p:spPr>
        <p:txBody>
          <a:bodyPr lIns="0" tIns="0" rIns="0" bIns="0" rtlCol="0" anchor="t">
            <a:spAutoFit/>
          </a:bodyPr>
          <a:lstStyle/>
          <a:p>
            <a:pPr algn="ctr">
              <a:lnSpc>
                <a:spcPts val="18489"/>
              </a:lnSpc>
            </a:pPr>
            <a:r>
              <a:rPr lang="he-IL" sz="12482" dirty="0">
                <a:solidFill>
                  <a:srgbClr val="FFFFFF"/>
                </a:solidFill>
                <a:latin typeface="David Libre"/>
                <a:ea typeface="David Libre"/>
                <a:cs typeface="David Libre"/>
                <a:sym typeface="David Libre"/>
                <a:rtl/>
              </a:rPr>
              <a:t>רוּחַ</a:t>
            </a:r>
          </a:p>
          <a:p>
            <a:pPr algn="ctr">
              <a:lnSpc>
                <a:spcPts val="9629"/>
              </a:lnSpc>
            </a:pPr>
            <a:r>
              <a:rPr lang="en-US" sz="6500" dirty="0">
                <a:solidFill>
                  <a:srgbClr val="008C95"/>
                </a:solidFill>
                <a:latin typeface="Pinata Marks Rough Shadow"/>
                <a:ea typeface="Pinata Marks Rough Shadow"/>
                <a:cs typeface="Pinata Marks Rough Shadow"/>
                <a:sym typeface="Pinata Marks Rough Shadow"/>
              </a:rPr>
              <a:t>Spirit</a:t>
            </a:r>
          </a:p>
        </p:txBody>
      </p:sp>
      <p:grpSp>
        <p:nvGrpSpPr>
          <p:cNvPr id="15"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15" name="TextBox 15"/>
          <p:cNvSpPr txBox="1"/>
          <p:nvPr/>
        </p:nvSpPr>
        <p:spPr>
          <a:xfrm>
            <a:off x="182880" y="64008"/>
            <a:ext cx="9144000" cy="557784"/>
          </a:xfrm>
          <a:prstGeom prst="rect">
            <a:avLst/>
          </a:prstGeom>
          <a:noFill/>
        </p:spPr>
        <p:txBody>
          <a:bodyPr lIns="0" tIns="0" rIns="0" bIns="0" rtlCol="0" anchor="ctr"/>
          <a:lstStyle/>
          <a:p>
            <a:pPr algn="l"/>
            <a:r>
              <a:rPr lang="en-US" sz="3199" b="1">
                <a:solidFill>
                  <a:srgbClr val="FFFFFF"/>
                </a:solidFill>
                <a:latin typeface="Calibri (MS)"/>
                <a:cs typeface="Calibri (MS)"/>
              </a:rPr>
              <a:t>Living Our Values Everyday</a:t>
            </a:r>
          </a:p>
        </p:txBody>
      </p:sp>
      <p:pic>
        <p:nvPicPr>
          <p:cNvPr id="916" name="Davis Logo"/>
          <p:cNvPicPr/>
          <p:nvPr/>
        </p:nvPicPr>
        <p:blipFill>
          <a:blip r:embed="rId2"/>
          <a:stretch>
            <a:fillRect/>
          </a:stretch>
        </p:blipFill>
        <p:spPr>
          <a:xfrm>
            <a:off x="15511536" y="7791450"/>
            <a:ext cx="2222500" cy="2222500"/>
          </a:xfrm>
          <a:prstGeom prst="rect">
            <a:avLst/>
          </a:prstGeom>
        </p:spPr>
      </p:pic>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a:solidFill>
                  <a:srgbClr val="B8E3E6"/>
                </a:solidFill>
                <a:latin typeface="Calibri (MS)"/>
                <a:cs typeface="Calibri (MS)"/>
              </a:rPr>
              <a:t>• Pledge / HaTikvah</a:t>
            </a:r>
          </a:p>
          <a:p>
            <a:pPr algn="l" marL="182880" indent="0">
              <a:lnSpc>
                <a:spcPts val="2200"/>
              </a:lnSpc>
            </a:pPr>
            <a:r>
              <a:rPr lang="en-US" sz="1800">
                <a:solidFill>
                  <a:srgbClr val="B8E3E6"/>
                </a:solidFill>
                <a:latin typeface="Calibri (MS)"/>
                <a:cs typeface="Calibri (MS)"/>
              </a:rPr>
              <a:t>• Hinei Mah Tov</a:t>
            </a:r>
          </a:p>
          <a:p>
            <a:pPr algn="l" marL="182880" indent="0">
              <a:lnSpc>
                <a:spcPts val="2200"/>
              </a:lnSpc>
            </a:pPr>
            <a:r>
              <a:rPr lang="en-US" sz="1800" b="1">
                <a:solidFill>
                  <a:srgbClr val="FFFFFF"/>
                </a:solidFill>
                <a:latin typeface="Calibri (MS)"/>
                <a:cs typeface="Calibri (MS)"/>
              </a:rPr>
              <a:t>• Living Our Values</a:t>
            </a:r>
          </a:p>
          <a:p>
            <a:pPr algn="l" marL="182880" indent="0">
              <a:lnSpc>
                <a:spcPts val="2200"/>
              </a:lnSpc>
            </a:pPr>
            <a:r>
              <a:rPr lang="en-US" sz="1800">
                <a:solidFill>
                  <a:srgbClr val="B8E3E6"/>
                </a:solidFill>
                <a:latin typeface="Calibri (MS)"/>
                <a:cs typeface="Calibri (MS)"/>
              </a:rPr>
              <a:t>• Modeh Ani</a:t>
            </a:r>
          </a:p>
          <a:p>
            <a:pPr algn="l" marL="182880" indent="0">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2004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Modeh ani l’fanecha,</a:t>
            </a:r>
          </a:p>
          <a:p>
            <a:pPr algn="l">
              <a:lnSpc>
                <a:spcPts val="5760"/>
              </a:lnSpc>
            </a:pPr>
            <a:r>
              <a:rPr lang="en-US" sz="3600">
                <a:solidFill>
                  <a:srgbClr val="FFFFFF"/>
                </a:solidFill>
                <a:latin typeface="Calibri (MS)"/>
                <a:cs typeface="Calibri (MS)"/>
              </a:rPr>
              <a:t>Melech chai v’kayam,</a:t>
            </a:r>
          </a:p>
          <a:p>
            <a:pPr algn="l">
              <a:lnSpc>
                <a:spcPts val="5760"/>
              </a:lnSpc>
            </a:pPr>
            <a:r>
              <a:rPr lang="en-US" sz="3600">
                <a:solidFill>
                  <a:srgbClr val="FFFFFF"/>
                </a:solidFill>
                <a:latin typeface="Calibri (MS)"/>
                <a:cs typeface="Calibri (MS)"/>
              </a:rPr>
              <a:t>shehechezarta bi nishmati</a:t>
            </a:r>
          </a:p>
          <a:p>
            <a:pPr algn="l">
              <a:lnSpc>
                <a:spcPts val="5760"/>
              </a:lnSpc>
            </a:pPr>
            <a:r>
              <a:rPr lang="en-US" sz="3600">
                <a:solidFill>
                  <a:srgbClr val="FFFFFF"/>
                </a:solidFill>
                <a:latin typeface="Calibri (MS)"/>
                <a:cs typeface="Calibri (MS)"/>
              </a:rPr>
              <a:t>b’chemlah, rabbah emunatecha.</a:t>
            </a:r>
          </a:p>
        </p:txBody>
      </p:sp>
      <p:sp>
        <p:nvSpPr>
          <p:cNvPr id="11" name="TextBox 11"/>
          <p:cNvSpPr txBox="1"/>
          <p:nvPr/>
        </p:nvSpPr>
        <p:spPr>
          <a:xfrm>
            <a:off x="8665588" y="1095006"/>
            <a:ext cx="5794490" cy="32004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מוֹדֶה אֲנִי לְפָנֶֽיךָ,</a:t>
            </a:r>
          </a:p>
          <a:p>
            <a:pPr algn="r" rtl="1">
              <a:lnSpc>
                <a:spcPts val="5760"/>
              </a:lnSpc>
            </a:pPr>
            <a:r>
              <a:rPr lang="he-IL" sz="4500">
                <a:solidFill>
                  <a:srgbClr val="FFFFFF"/>
                </a:solidFill>
                <a:latin typeface="David Libre"/>
                <a:ea typeface="David Libre"/>
                <a:cs typeface="David Libre"/>
                <a:sym typeface="David Libre"/>
                <a:rtl/>
              </a:rPr>
              <a:t>מֶֽלֶךְ חַי וְקַיָּם,</a:t>
            </a:r>
          </a:p>
          <a:p>
            <a:pPr algn="r" rtl="1">
              <a:lnSpc>
                <a:spcPts val="5760"/>
              </a:lnSpc>
            </a:pPr>
            <a:r>
              <a:rPr lang="he-IL" sz="4500">
                <a:solidFill>
                  <a:srgbClr val="FFFFFF"/>
                </a:solidFill>
                <a:latin typeface="David Libre"/>
                <a:ea typeface="David Libre"/>
                <a:cs typeface="David Libre"/>
                <a:sym typeface="David Libre"/>
                <a:rtl/>
              </a:rPr>
              <a:t>שֶׁהֶחֱזַֽרְתָּ בִּי נִשְׁמָתִי</a:t>
            </a:r>
          </a:p>
          <a:p>
            <a:pPr algn="r" rtl="1">
              <a:lnSpc>
                <a:spcPts val="5760"/>
              </a:lnSpc>
            </a:pPr>
            <a:r>
              <a:rPr lang="he-IL" sz="4500">
                <a:solidFill>
                  <a:srgbClr val="FFFFFF"/>
                </a:solidFill>
                <a:latin typeface="David Libre"/>
                <a:ea typeface="David Libre"/>
                <a:cs typeface="David Libre"/>
                <a:sym typeface="David Libre"/>
                <a:rtl/>
              </a:rPr>
              <a:t>בְּחֶמְלָה רַבָּה אֱמוּנָתֶֽךָ.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מוֹדֶה אֲנִי</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Modeh Ani</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r>
              <a:rPr lang="en-US" sz="2799" dirty="0">
                <a:solidFill>
                  <a:srgbClr val="FFFFFF"/>
                </a:solidFill>
                <a:latin typeface="Calibri (MS)"/>
                <a:cs typeface="Calibri (MS)"/>
              </a:rPr>
              <a:t>I offer thanks to You, ever-living Sovereign, that You have restored my soul to me. </a:t>
            </a:r>
          </a:p>
          <a:p>
            <a:pPr algn="l"/>
            <a:r>
              <a:rPr lang="en-US" sz="2799" dirty="0">
                <a:solidFill>
                  <a:srgbClr val="FFFFFF"/>
                </a:solidFill>
                <a:latin typeface="Calibri (MS)"/>
                <a:cs typeface="Calibri (MS)"/>
              </a:rPr>
              <a:t>How great is Your trust.</a:t>
            </a:r>
          </a:p>
        </p:txBody>
      </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a:solidFill>
                  <a:srgbClr val="B8E3E6"/>
                </a:solidFill>
                <a:latin typeface="Calibri (MS)"/>
                <a:cs typeface="Calibri (MS)"/>
              </a:rPr>
              <a:t>• Pledge / HaTikvah</a:t>
            </a:r>
          </a:p>
          <a:p>
            <a:pPr algn="l" marL="182880" indent="0">
              <a:lnSpc>
                <a:spcPts val="2200"/>
              </a:lnSpc>
            </a:pPr>
            <a:r>
              <a:rPr lang="en-US" sz="1800">
                <a:solidFill>
                  <a:srgbClr val="B8E3E6"/>
                </a:solidFill>
                <a:latin typeface="Calibri (MS)"/>
                <a:cs typeface="Calibri (MS)"/>
              </a:rPr>
              <a:t>• Hinei Mah Tov</a:t>
            </a:r>
          </a:p>
          <a:p>
            <a:pPr algn="l" marL="182880" indent="0">
              <a:lnSpc>
                <a:spcPts val="2200"/>
              </a:lnSpc>
            </a:pPr>
            <a:r>
              <a:rPr lang="en-US" sz="1800">
                <a:solidFill>
                  <a:srgbClr val="B8E3E6"/>
                </a:solidFill>
                <a:latin typeface="Calibri (MS)"/>
                <a:cs typeface="Calibri (MS)"/>
              </a:rPr>
              <a:t>• Living Our Values</a:t>
            </a:r>
          </a:p>
          <a:p>
            <a:pPr algn="l" marL="182880" indent="0">
              <a:lnSpc>
                <a:spcPts val="2200"/>
              </a:lnSpc>
            </a:pPr>
            <a:r>
              <a:rPr lang="en-US" sz="1800" b="1">
                <a:solidFill>
                  <a:srgbClr val="FFFFFF"/>
                </a:solidFill>
                <a:latin typeface="Calibri (MS)"/>
                <a:cs typeface="Calibri (MS)"/>
              </a:rPr>
              <a:t>• Modeh Ani</a:t>
            </a:r>
          </a:p>
          <a:p>
            <a:pPr algn="l" marL="182880" indent="0">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246888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Ozi v’zimrat Yah,</a:t>
            </a:r>
          </a:p>
          <a:p>
            <a:pPr algn="l">
              <a:lnSpc>
                <a:spcPts val="5760"/>
              </a:lnSpc>
            </a:pPr>
            <a:r>
              <a:rPr lang="en-US" sz="3600">
                <a:solidFill>
                  <a:srgbClr val="FFFFFF"/>
                </a:solidFill>
                <a:latin typeface="Calibri (MS)"/>
                <a:cs typeface="Calibri (MS)"/>
              </a:rPr>
              <a:t>vay’hi li vay’hi li</a:t>
            </a:r>
          </a:p>
          <a:p>
            <a:pPr algn="l">
              <a:lnSpc>
                <a:spcPts val="5760"/>
              </a:lnSpc>
            </a:pPr>
            <a:r>
              <a:rPr lang="en-US" sz="3600">
                <a:solidFill>
                  <a:srgbClr val="FFFFFF"/>
                </a:solidFill>
                <a:latin typeface="Calibri (MS)"/>
                <a:cs typeface="Calibri (MS)"/>
              </a:rPr>
              <a:t>lishuah, lishuah, lishuah.</a:t>
            </a:r>
          </a:p>
        </p:txBody>
      </p:sp>
      <p:sp>
        <p:nvSpPr>
          <p:cNvPr id="11" name="TextBox 11"/>
          <p:cNvSpPr txBox="1"/>
          <p:nvPr/>
        </p:nvSpPr>
        <p:spPr>
          <a:xfrm>
            <a:off x="8665588" y="1095006"/>
            <a:ext cx="5794490" cy="246888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עׇזִּי וְזִמְרָת יָהּ,</a:t>
            </a:r>
          </a:p>
          <a:p>
            <a:pPr algn="r" rtl="1">
              <a:lnSpc>
                <a:spcPts val="5760"/>
              </a:lnSpc>
            </a:pPr>
            <a:r>
              <a:rPr lang="he-IL" sz="4500">
                <a:solidFill>
                  <a:srgbClr val="FFFFFF"/>
                </a:solidFill>
                <a:latin typeface="David Libre"/>
                <a:ea typeface="David Libre"/>
                <a:cs typeface="David Libre"/>
                <a:sym typeface="David Libre"/>
                <a:rtl/>
              </a:rPr>
              <a:t>וַיְהִי־לִי וַיְהִי־לִי</a:t>
            </a:r>
          </a:p>
          <a:p>
            <a:pPr algn="r" rtl="1">
              <a:lnSpc>
                <a:spcPts val="5760"/>
              </a:lnSpc>
            </a:pPr>
            <a:r>
              <a:rPr lang="he-IL" sz="4500">
                <a:solidFill>
                  <a:srgbClr val="FFFFFF"/>
                </a:solidFill>
                <a:latin typeface="David Libre"/>
                <a:ea typeface="David Libre"/>
                <a:cs typeface="David Libre"/>
                <a:sym typeface="David Libre"/>
                <a:rtl/>
              </a:rPr>
              <a:t>לִישׁוּעָה, לִישׁוּעָה, לִישׁוּעָה.</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עׇזִּי וְזִמְרָת יָהּ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Ozi V’zimrat Yah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My strength and the song of God will be my salvation.</a:t>
              </a:r>
            </a:p>
          </p:txBody>
        </p:sp>
      </p:gr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a:solidFill>
                  <a:srgbClr val="B8E3E6"/>
                </a:solidFill>
                <a:latin typeface="Calibri (MS)"/>
                <a:cs typeface="Calibri (MS)"/>
              </a:rPr>
              <a:t>• Pledge / HaTikvah</a:t>
            </a:r>
          </a:p>
          <a:p>
            <a:pPr algn="l" marL="182880" indent="0">
              <a:lnSpc>
                <a:spcPts val="2200"/>
              </a:lnSpc>
            </a:pPr>
            <a:r>
              <a:rPr lang="en-US" sz="1800">
                <a:solidFill>
                  <a:srgbClr val="B8E3E6"/>
                </a:solidFill>
                <a:latin typeface="Calibri (MS)"/>
                <a:cs typeface="Calibri (MS)"/>
              </a:rPr>
              <a:t>• Hinei Mah Tov</a:t>
            </a:r>
          </a:p>
          <a:p>
            <a:pPr algn="l" marL="182880" indent="0">
              <a:lnSpc>
                <a:spcPts val="2200"/>
              </a:lnSpc>
            </a:pPr>
            <a:r>
              <a:rPr lang="en-US" sz="1800">
                <a:solidFill>
                  <a:srgbClr val="B8E3E6"/>
                </a:solidFill>
                <a:latin typeface="Calibri (MS)"/>
                <a:cs typeface="Calibri (MS)"/>
              </a:rPr>
              <a:t>• Living Our Values</a:t>
            </a:r>
          </a:p>
          <a:p>
            <a:pPr algn="l" marL="182880" indent="0">
              <a:lnSpc>
                <a:spcPts val="2200"/>
              </a:lnSpc>
            </a:pPr>
            <a:r>
              <a:rPr lang="en-US" sz="1800">
                <a:solidFill>
                  <a:srgbClr val="B8E3E6"/>
                </a:solidFill>
                <a:latin typeface="Calibri (MS)"/>
                <a:cs typeface="Calibri (MS)"/>
              </a:rPr>
              <a:t>• Modeh Ani</a:t>
            </a:r>
          </a:p>
          <a:p>
            <a:pPr algn="l" marL="182880" indent="0">
              <a:lnSpc>
                <a:spcPts val="2200"/>
              </a:lnSpc>
            </a:pPr>
            <a:r>
              <a:rPr lang="en-US" sz="1800" b="1">
                <a:solidFill>
                  <a:srgbClr val="FFFFFF"/>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246888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Bar’chu et Adonai ham’vorach!</a:t>
            </a:r>
          </a:p>
          <a:p>
            <a:pPr algn="l">
              <a:lnSpc>
                <a:spcPts val="5760"/>
              </a:lnSpc>
            </a:pPr>
            <a:r>
              <a:rPr lang="en-US" sz="3600">
                <a:solidFill>
                  <a:srgbClr val="FFFFFF"/>
                </a:solidFill>
                <a:latin typeface="Calibri (MS)"/>
                <a:cs typeface="Calibri (MS)"/>
              </a:rPr>
              <a:t>Baruch Adonai ham’vorach</a:t>
            </a:r>
          </a:p>
          <a:p>
            <a:pPr algn="l">
              <a:lnSpc>
                <a:spcPts val="5760"/>
              </a:lnSpc>
            </a:pPr>
            <a:r>
              <a:rPr lang="en-US" sz="3600">
                <a:solidFill>
                  <a:srgbClr val="FFFFFF"/>
                </a:solidFill>
                <a:latin typeface="Calibri (MS)"/>
                <a:cs typeface="Calibri (MS)"/>
              </a:rPr>
              <a:t>l’olam va-ed!</a:t>
            </a:r>
          </a:p>
        </p:txBody>
      </p:sp>
      <p:sp>
        <p:nvSpPr>
          <p:cNvPr id="11" name="TextBox 11"/>
          <p:cNvSpPr txBox="1"/>
          <p:nvPr/>
        </p:nvSpPr>
        <p:spPr>
          <a:xfrm>
            <a:off x="8665588" y="1095006"/>
            <a:ext cx="5794490" cy="246888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בָּרְכוּ אֶת יְיָ הַמְבֹרָךְ!</a:t>
            </a:r>
          </a:p>
          <a:p>
            <a:pPr algn="r" rtl="1">
              <a:lnSpc>
                <a:spcPts val="5760"/>
              </a:lnSpc>
            </a:pPr>
            <a:r>
              <a:rPr lang="he-IL" sz="4500">
                <a:solidFill>
                  <a:srgbClr val="FFFFFF"/>
                </a:solidFill>
                <a:latin typeface="David Libre"/>
                <a:ea typeface="David Libre"/>
                <a:cs typeface="David Libre"/>
                <a:sym typeface="David Libre"/>
                <a:rtl/>
              </a:rPr>
              <a:t>בָּרוּךְ יְיָ הַמְבֹרָךְ</a:t>
            </a:r>
          </a:p>
          <a:p>
            <a:pPr algn="r" rtl="1">
              <a:lnSpc>
                <a:spcPts val="5760"/>
              </a:lnSpc>
            </a:pPr>
            <a:r>
              <a:rPr lang="he-IL" sz="4500">
                <a:solidFill>
                  <a:srgbClr val="FFFFFF"/>
                </a:solidFill>
                <a:latin typeface="David Libre"/>
                <a:ea typeface="David Libre"/>
                <a:cs typeface="David Libre"/>
                <a:sym typeface="David Libre"/>
                <a:rtl/>
              </a:rPr>
              <a:t>לְעוֹלָם וָעֶד!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בָּרְכוּ</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Bar’chu</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Praise Adonai, to whom praise is due! Praise Adonai, to whom praise is due, now and forever!</a:t>
              </a:r>
            </a:p>
          </p:txBody>
        </p:sp>
      </p:gr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b="1">
                <a:solidFill>
                  <a:srgbClr val="FFFFFF"/>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a:solidFill>
                  <a:srgbClr val="B8E3E6"/>
                </a:solidFill>
                <a:latin typeface="Calibri (MS)"/>
                <a:cs typeface="Calibri (MS)"/>
              </a:rPr>
              <a:t>• V'ahavta</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2004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Sh’ma Yisrael,</a:t>
            </a:r>
          </a:p>
          <a:p>
            <a:pPr algn="l">
              <a:lnSpc>
                <a:spcPts val="5760"/>
              </a:lnSpc>
            </a:pPr>
            <a:r>
              <a:rPr lang="en-US" sz="3600">
                <a:solidFill>
                  <a:srgbClr val="FFFFFF"/>
                </a:solidFill>
                <a:latin typeface="Calibri (MS)"/>
                <a:cs typeface="Calibri (MS)"/>
              </a:rPr>
              <a:t>Adonai Eloheinu, Adonai Echad!</a:t>
            </a:r>
          </a:p>
          <a:p>
            <a:pPr algn="l">
              <a:lnSpc>
                <a:spcPts val="5760"/>
              </a:lnSpc>
            </a:pPr>
            <a:r>
              <a:rPr lang="en-US" sz="3600">
                <a:solidFill>
                  <a:srgbClr val="FFFFFF"/>
                </a:solidFill>
                <a:latin typeface="Calibri (MS)"/>
                <a:cs typeface="Calibri (MS)"/>
              </a:rPr>
              <a:t>Baruch shem k’vod malchuto</a:t>
            </a:r>
          </a:p>
          <a:p>
            <a:pPr algn="l">
              <a:lnSpc>
                <a:spcPts val="5760"/>
              </a:lnSpc>
            </a:pPr>
            <a:r>
              <a:rPr lang="en-US" sz="3600">
                <a:solidFill>
                  <a:srgbClr val="FFFFFF"/>
                </a:solidFill>
                <a:latin typeface="Calibri (MS)"/>
                <a:cs typeface="Calibri (MS)"/>
              </a:rPr>
              <a:t>l’olam va-ed.</a:t>
            </a:r>
          </a:p>
        </p:txBody>
      </p:sp>
      <p:sp>
        <p:nvSpPr>
          <p:cNvPr id="11" name="TextBox 11"/>
          <p:cNvSpPr txBox="1"/>
          <p:nvPr/>
        </p:nvSpPr>
        <p:spPr>
          <a:xfrm>
            <a:off x="8665588" y="1095006"/>
            <a:ext cx="5794490" cy="32004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שְׁמַע יִשְׂרָאֵל,</a:t>
            </a:r>
          </a:p>
          <a:p>
            <a:pPr algn="r" rtl="1">
              <a:lnSpc>
                <a:spcPts val="5760"/>
              </a:lnSpc>
            </a:pPr>
            <a:r>
              <a:rPr lang="he-IL" sz="4500">
                <a:solidFill>
                  <a:srgbClr val="FFFFFF"/>
                </a:solidFill>
                <a:latin typeface="David Libre"/>
                <a:ea typeface="David Libre"/>
                <a:cs typeface="David Libre"/>
                <a:sym typeface="David Libre"/>
                <a:rtl/>
              </a:rPr>
              <a:t>יְיָ אֱלֹהֵֽינוּ, יְיָ אֶחָד!</a:t>
            </a:r>
          </a:p>
          <a:p>
            <a:pPr algn="r" rtl="1">
              <a:lnSpc>
                <a:spcPts val="5760"/>
              </a:lnSpc>
            </a:pPr>
            <a:r>
              <a:rPr lang="he-IL" sz="4500">
                <a:solidFill>
                  <a:srgbClr val="FFFFFF"/>
                </a:solidFill>
                <a:latin typeface="David Libre"/>
                <a:ea typeface="David Libre"/>
                <a:cs typeface="David Libre"/>
                <a:sym typeface="David Libre"/>
                <a:rtl/>
              </a:rPr>
              <a:t>בָּרוּךְ שֵׁם כְּבוֹד מַלְכוּתוֹ</a:t>
            </a:r>
          </a:p>
          <a:p>
            <a:pPr algn="r" rtl="1">
              <a:lnSpc>
                <a:spcPts val="5760"/>
              </a:lnSpc>
            </a:pPr>
            <a:r>
              <a:rPr lang="he-IL" sz="4500">
                <a:solidFill>
                  <a:srgbClr val="FFFFFF"/>
                </a:solidFill>
                <a:latin typeface="David Libre"/>
                <a:ea typeface="David Libre"/>
                <a:cs typeface="David Libre"/>
                <a:sym typeface="David Libre"/>
                <a:rtl/>
              </a:rPr>
              <a:t>לְעוֹלָם וָעֶד!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שְׁמַע</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Sh’ma</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r>
              <a:rPr lang="en-US" sz="2799" dirty="0">
                <a:solidFill>
                  <a:srgbClr val="FFFFFF"/>
                </a:solidFill>
                <a:latin typeface="Calibri (MS)"/>
                <a:cs typeface="Calibri (MS)"/>
              </a:rPr>
              <a:t>Hear O Israel: Adonai is our God, Adonai is One! </a:t>
            </a:r>
            <a:br>
              <a:rPr lang="en-US" sz="2799" dirty="0">
                <a:solidFill>
                  <a:srgbClr val="FFFFFF"/>
                </a:solidFill>
                <a:latin typeface="Calibri (MS)"/>
                <a:cs typeface="Calibri (MS)"/>
              </a:rPr>
            </a:br>
            <a:r>
              <a:rPr lang="en-US" sz="2799" dirty="0">
                <a:solidFill>
                  <a:srgbClr val="FFFFFF"/>
                </a:solidFill>
                <a:latin typeface="Calibri (MS)"/>
                <a:cs typeface="Calibri (MS)"/>
              </a:rPr>
              <a:t>Blessed is God’s glorious majesty forever and ever.</a:t>
            </a:r>
          </a:p>
        </p:txBody>
      </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b="1">
                <a:solidFill>
                  <a:srgbClr val="FFFFFF"/>
                </a:solidFill>
                <a:latin typeface="Calibri (MS)"/>
                <a:cs typeface="Calibri (MS)"/>
              </a:rPr>
              <a:t>• Sh'ma</a:t>
            </a:r>
          </a:p>
          <a:p>
            <a:pPr algn="l" marL="182880" indent="0">
              <a:lnSpc>
                <a:spcPts val="2200"/>
              </a:lnSpc>
            </a:pPr>
            <a:r>
              <a:rPr lang="en-US" sz="1800">
                <a:solidFill>
                  <a:srgbClr val="B8E3E6"/>
                </a:solidFill>
                <a:latin typeface="Calibri (MS)"/>
                <a:cs typeface="Calibri (MS)"/>
              </a:rPr>
              <a:t>• V'ahavta</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539496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You shall love Adonai your God</a:t>
            </a:r>
          </a:p>
          <a:p>
            <a:pPr algn="l">
              <a:lnSpc>
                <a:spcPts val="5760"/>
              </a:lnSpc>
            </a:pPr>
            <a:r>
              <a:rPr lang="en-US" sz="3600" dirty="0">
                <a:solidFill>
                  <a:srgbClr val="FFFFFF"/>
                </a:solidFill>
                <a:latin typeface="Calibri (MS)"/>
                <a:cs typeface="Calibri (MS)"/>
              </a:rPr>
              <a:t>with all your heart,</a:t>
            </a:r>
          </a:p>
          <a:p>
            <a:pPr algn="l">
              <a:lnSpc>
                <a:spcPts val="5760"/>
              </a:lnSpc>
            </a:pPr>
            <a:r>
              <a:rPr lang="en-US" sz="3600" dirty="0">
                <a:solidFill>
                  <a:srgbClr val="FFFFFF"/>
                </a:solidFill>
                <a:latin typeface="Calibri (MS)"/>
                <a:cs typeface="Calibri (MS)"/>
              </a:rPr>
              <a:t>with all your soul,</a:t>
            </a:r>
          </a:p>
          <a:p>
            <a:pPr algn="l">
              <a:lnSpc>
                <a:spcPts val="5760"/>
              </a:lnSpc>
            </a:pPr>
            <a:r>
              <a:rPr lang="en-US" sz="3600" dirty="0">
                <a:solidFill>
                  <a:srgbClr val="FFFFFF"/>
                </a:solidFill>
                <a:latin typeface="Calibri (MS)"/>
                <a:cs typeface="Calibri (MS)"/>
              </a:rPr>
              <a:t>and with all your might.</a:t>
            </a:r>
          </a:p>
          <a:p>
            <a:pPr algn="l">
              <a:lnSpc>
                <a:spcPts val="5760"/>
              </a:lnSpc>
            </a:pPr>
            <a:r>
              <a:rPr lang="en-US" sz="3600" dirty="0">
                <a:solidFill>
                  <a:srgbClr val="FFFFFF"/>
                </a:solidFill>
                <a:latin typeface="Calibri (MS)"/>
                <a:cs typeface="Calibri (MS)"/>
              </a:rPr>
              <a:t>Place these words</a:t>
            </a:r>
          </a:p>
          <a:p>
            <a:pPr algn="l">
              <a:lnSpc>
                <a:spcPts val="5760"/>
              </a:lnSpc>
            </a:pPr>
            <a:r>
              <a:rPr lang="en-US" sz="3600" dirty="0">
                <a:solidFill>
                  <a:srgbClr val="FFFFFF"/>
                </a:solidFill>
                <a:latin typeface="Calibri (MS)"/>
                <a:cs typeface="Calibri (MS)"/>
              </a:rPr>
              <a:t>which I command you today</a:t>
            </a:r>
          </a:p>
          <a:p>
            <a:pPr algn="l">
              <a:lnSpc>
                <a:spcPts val="5760"/>
              </a:lnSpc>
            </a:pPr>
            <a:r>
              <a:rPr lang="en-US" sz="3600" dirty="0">
                <a:solidFill>
                  <a:srgbClr val="FFFFFF"/>
                </a:solidFill>
                <a:latin typeface="Calibri (MS)"/>
                <a:cs typeface="Calibri (MS)"/>
              </a:rPr>
              <a:t>on your heart.</a:t>
            </a:r>
          </a:p>
          <a:p>
            <a:pPr algn="l">
              <a:lnSpc>
                <a:spcPts val="5760"/>
              </a:lnSpc>
            </a:pPr>
            <a:endParaRPr lang="en-US" sz="3600" dirty="0">
              <a:solidFill>
                <a:srgbClr val="FFFFFF"/>
              </a:solidFill>
              <a:latin typeface="Calibri (MS)"/>
              <a:cs typeface="Calibri (MS)"/>
            </a:endParaRPr>
          </a:p>
        </p:txBody>
      </p:sp>
      <p:sp>
        <p:nvSpPr>
          <p:cNvPr id="11" name="TextBox 11"/>
          <p:cNvSpPr txBox="1"/>
          <p:nvPr/>
        </p:nvSpPr>
        <p:spPr>
          <a:xfrm>
            <a:off x="8665588" y="1095006"/>
            <a:ext cx="5794490" cy="53949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וְאָ֣הַבְתָּ֔ אֵ֖ת יְיָ֣ אֱלֹהֶ֑יךָ</a:t>
            </a:r>
          </a:p>
          <a:p>
            <a:pPr algn="r" rtl="1">
              <a:lnSpc>
                <a:spcPts val="5760"/>
              </a:lnSpc>
            </a:pPr>
            <a:r>
              <a:rPr lang="he-IL" sz="4500">
                <a:solidFill>
                  <a:srgbClr val="FFFFFF"/>
                </a:solidFill>
                <a:latin typeface="David Libre"/>
                <a:ea typeface="David Libre"/>
                <a:cs typeface="David Libre"/>
                <a:sym typeface="David Libre"/>
                <a:rtl/>
              </a:rPr>
              <a:t>בְּכׇל־לְבָבְךָ֥</a:t>
            </a:r>
          </a:p>
          <a:p>
            <a:pPr algn="r" rtl="1">
              <a:lnSpc>
                <a:spcPts val="5760"/>
              </a:lnSpc>
            </a:pPr>
            <a:r>
              <a:rPr lang="he-IL" sz="4500">
                <a:solidFill>
                  <a:srgbClr val="FFFFFF"/>
                </a:solidFill>
                <a:latin typeface="David Libre"/>
                <a:ea typeface="David Libre"/>
                <a:cs typeface="David Libre"/>
                <a:sym typeface="David Libre"/>
                <a:rtl/>
              </a:rPr>
              <a:t>וּבְכׇל־נַפְשְׁךָ֖</a:t>
            </a:r>
          </a:p>
          <a:p>
            <a:pPr algn="r" rtl="1">
              <a:lnSpc>
                <a:spcPts val="5760"/>
              </a:lnSpc>
            </a:pPr>
            <a:r>
              <a:rPr lang="he-IL" sz="4500">
                <a:solidFill>
                  <a:srgbClr val="FFFFFF"/>
                </a:solidFill>
                <a:latin typeface="David Libre"/>
                <a:ea typeface="David Libre"/>
                <a:cs typeface="David Libre"/>
                <a:sym typeface="David Libre"/>
                <a:rtl/>
              </a:rPr>
              <a:t>וּבְכׇל־מְאֹדֶֽךָ׃</a:t>
            </a:r>
          </a:p>
          <a:p>
            <a:pPr algn="r" rtl="1">
              <a:lnSpc>
                <a:spcPts val="5760"/>
              </a:lnSpc>
            </a:pPr>
            <a:r>
              <a:rPr lang="he-IL" sz="4500">
                <a:solidFill>
                  <a:srgbClr val="FFFFFF"/>
                </a:solidFill>
                <a:latin typeface="David Libre"/>
                <a:ea typeface="David Libre"/>
                <a:cs typeface="David Libre"/>
                <a:sym typeface="David Libre"/>
                <a:rtl/>
              </a:rPr>
              <a:t>וְהָי֞וּ הַדְּבָרִ֣ים הָאֵ֗לֶּה</a:t>
            </a:r>
          </a:p>
          <a:p>
            <a:pPr algn="r" rtl="1">
              <a:lnSpc>
                <a:spcPts val="5760"/>
              </a:lnSpc>
            </a:pPr>
            <a:r>
              <a:rPr lang="he-IL" sz="4500">
                <a:solidFill>
                  <a:srgbClr val="FFFFFF"/>
                </a:solidFill>
                <a:latin typeface="David Libre"/>
                <a:ea typeface="David Libre"/>
                <a:cs typeface="David Libre"/>
                <a:sym typeface="David Libre"/>
                <a:rtl/>
              </a:rPr>
              <a:t>אֲשֶׁ֨ר אָנֹכִ֧י מְצַוְּךָ֛</a:t>
            </a:r>
          </a:p>
          <a:p>
            <a:pPr algn="r" rtl="1">
              <a:lnSpc>
                <a:spcPts val="5760"/>
              </a:lnSpc>
            </a:pPr>
            <a:r>
              <a:rPr lang="he-IL" sz="4500">
                <a:solidFill>
                  <a:srgbClr val="FFFFFF"/>
                </a:solidFill>
                <a:latin typeface="David Libre"/>
                <a:ea typeface="David Libre"/>
                <a:cs typeface="David Libre"/>
                <a:sym typeface="David Libre"/>
                <a:rtl/>
              </a:rPr>
              <a:t>הַיּ֖וֹם עַל־לְבָבֶֽךָ׃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endParaRPr/>
            </a:p>
          </p:txBody>
        </p:sp>
      </p:gr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b="1">
                <a:solidFill>
                  <a:srgbClr val="FFFFFF"/>
                </a:solidFill>
                <a:latin typeface="Calibri (MS)"/>
                <a:cs typeface="Calibri (MS)"/>
              </a:rPr>
              <a:t>• V'ahavta</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8735341" cy="685800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Repeat them to your children</a:t>
            </a:r>
          </a:p>
          <a:p>
            <a:pPr algn="l">
              <a:lnSpc>
                <a:spcPts val="5760"/>
              </a:lnSpc>
            </a:pPr>
            <a:r>
              <a:rPr lang="en-US" sz="3600" dirty="0">
                <a:solidFill>
                  <a:srgbClr val="FFFFFF"/>
                </a:solidFill>
                <a:latin typeface="Calibri (MS)"/>
                <a:cs typeface="Calibri (MS)"/>
              </a:rPr>
              <a:t>and speak them</a:t>
            </a:r>
          </a:p>
          <a:p>
            <a:pPr algn="l">
              <a:lnSpc>
                <a:spcPts val="5760"/>
              </a:lnSpc>
            </a:pPr>
            <a:r>
              <a:rPr lang="en-US" sz="3600" dirty="0">
                <a:solidFill>
                  <a:srgbClr val="FFFFFF"/>
                </a:solidFill>
                <a:latin typeface="Calibri (MS)"/>
                <a:cs typeface="Calibri (MS)"/>
              </a:rPr>
              <a:t>when you sit at home</a:t>
            </a:r>
          </a:p>
          <a:p>
            <a:pPr algn="l">
              <a:lnSpc>
                <a:spcPts val="5760"/>
              </a:lnSpc>
            </a:pPr>
            <a:r>
              <a:rPr lang="en-US" sz="3600" dirty="0">
                <a:solidFill>
                  <a:srgbClr val="FFFFFF"/>
                </a:solidFill>
                <a:latin typeface="Calibri (MS)"/>
                <a:cs typeface="Calibri (MS)"/>
              </a:rPr>
              <a:t>and when you walk on the street,</a:t>
            </a:r>
          </a:p>
          <a:p>
            <a:pPr algn="l">
              <a:lnSpc>
                <a:spcPts val="5760"/>
              </a:lnSpc>
            </a:pPr>
            <a:r>
              <a:rPr lang="en-US" sz="3600" dirty="0">
                <a:solidFill>
                  <a:srgbClr val="FFFFFF"/>
                </a:solidFill>
                <a:latin typeface="Calibri (MS)"/>
                <a:cs typeface="Calibri (MS)"/>
              </a:rPr>
              <a:t>when you lie down and when you get up.</a:t>
            </a:r>
          </a:p>
          <a:p>
            <a:pPr algn="l">
              <a:lnSpc>
                <a:spcPts val="5760"/>
              </a:lnSpc>
            </a:pPr>
            <a:r>
              <a:rPr lang="en-US" sz="3600" dirty="0">
                <a:solidFill>
                  <a:srgbClr val="FFFFFF"/>
                </a:solidFill>
                <a:latin typeface="Calibri (MS)"/>
                <a:cs typeface="Calibri (MS)"/>
              </a:rPr>
              <a:t>Tie them as a sign on your hand,</a:t>
            </a:r>
          </a:p>
          <a:p>
            <a:pPr algn="l">
              <a:lnSpc>
                <a:spcPts val="5760"/>
              </a:lnSpc>
            </a:pPr>
            <a:r>
              <a:rPr lang="en-US" sz="3600" dirty="0">
                <a:solidFill>
                  <a:srgbClr val="FFFFFF"/>
                </a:solidFill>
                <a:latin typeface="Calibri (MS)"/>
                <a:cs typeface="Calibri (MS)"/>
              </a:rPr>
              <a:t>and let them be a symbol between your eyes.</a:t>
            </a:r>
          </a:p>
          <a:p>
            <a:pPr algn="l">
              <a:lnSpc>
                <a:spcPts val="5760"/>
              </a:lnSpc>
            </a:pPr>
            <a:r>
              <a:rPr lang="en-US" sz="3600" dirty="0">
                <a:solidFill>
                  <a:srgbClr val="FFFFFF"/>
                </a:solidFill>
                <a:latin typeface="Calibri (MS)"/>
                <a:cs typeface="Calibri (MS)"/>
              </a:rPr>
              <a:t>Write them on the doorposts</a:t>
            </a:r>
          </a:p>
          <a:p>
            <a:pPr algn="l">
              <a:lnSpc>
                <a:spcPts val="5760"/>
              </a:lnSpc>
            </a:pPr>
            <a:r>
              <a:rPr lang="en-US" sz="3600" dirty="0">
                <a:solidFill>
                  <a:srgbClr val="FFFFFF"/>
                </a:solidFill>
                <a:latin typeface="Calibri (MS)"/>
                <a:cs typeface="Calibri (MS)"/>
              </a:rPr>
              <a:t>of your house and on your gates.</a:t>
            </a:r>
          </a:p>
        </p:txBody>
      </p:sp>
      <p:sp>
        <p:nvSpPr>
          <p:cNvPr id="11" name="TextBox 11"/>
          <p:cNvSpPr txBox="1"/>
          <p:nvPr/>
        </p:nvSpPr>
        <p:spPr>
          <a:xfrm>
            <a:off x="8665588" y="1095006"/>
            <a:ext cx="5794490" cy="68580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וְשִׁנַּנְתָּ֣ם לְבָנֶ֔יךָ</a:t>
            </a:r>
          </a:p>
          <a:p>
            <a:pPr algn="r" rtl="1">
              <a:lnSpc>
                <a:spcPts val="5760"/>
              </a:lnSpc>
            </a:pPr>
            <a:r>
              <a:rPr lang="he-IL" sz="4500">
                <a:solidFill>
                  <a:srgbClr val="FFFFFF"/>
                </a:solidFill>
                <a:latin typeface="David Libre"/>
                <a:ea typeface="David Libre"/>
                <a:cs typeface="David Libre"/>
                <a:sym typeface="David Libre"/>
                <a:rtl/>
              </a:rPr>
              <a:t>וְדִבַּרְתָּ֖ בָּ֑ם</a:t>
            </a:r>
          </a:p>
          <a:p>
            <a:pPr algn="r" rtl="1">
              <a:lnSpc>
                <a:spcPts val="5760"/>
              </a:lnSpc>
            </a:pPr>
            <a:r>
              <a:rPr lang="he-IL" sz="4500">
                <a:solidFill>
                  <a:srgbClr val="FFFFFF"/>
                </a:solidFill>
                <a:latin typeface="David Libre"/>
                <a:ea typeface="David Libre"/>
                <a:cs typeface="David Libre"/>
                <a:sym typeface="David Libre"/>
                <a:rtl/>
              </a:rPr>
              <a:t>בְּשִׁבְתְּךָ֤ בְּבֵיתֶ֙ךָ֙</a:t>
            </a:r>
          </a:p>
          <a:p>
            <a:pPr algn="r" rtl="1">
              <a:lnSpc>
                <a:spcPts val="5760"/>
              </a:lnSpc>
            </a:pPr>
            <a:r>
              <a:rPr lang="he-IL" sz="4500">
                <a:solidFill>
                  <a:srgbClr val="FFFFFF"/>
                </a:solidFill>
                <a:latin typeface="David Libre"/>
                <a:ea typeface="David Libre"/>
                <a:cs typeface="David Libre"/>
                <a:sym typeface="David Libre"/>
                <a:rtl/>
              </a:rPr>
              <a:t>וּבְלֶכְתְּךָ֣ בַדֶּ֔רֶךְ</a:t>
            </a:r>
          </a:p>
          <a:p>
            <a:pPr algn="r" rtl="1">
              <a:lnSpc>
                <a:spcPts val="5760"/>
              </a:lnSpc>
            </a:pPr>
            <a:r>
              <a:rPr lang="he-IL" sz="4500">
                <a:solidFill>
                  <a:srgbClr val="FFFFFF"/>
                </a:solidFill>
                <a:latin typeface="David Libre"/>
                <a:ea typeface="David Libre"/>
                <a:cs typeface="David Libre"/>
                <a:sym typeface="David Libre"/>
                <a:rtl/>
              </a:rPr>
              <a:t>וּֽבְשׇׁכְבְּךָ֖ וּבְקוּמֶֽךָ׃</a:t>
            </a:r>
          </a:p>
          <a:p>
            <a:pPr algn="r" rtl="1">
              <a:lnSpc>
                <a:spcPts val="5760"/>
              </a:lnSpc>
            </a:pPr>
            <a:r>
              <a:rPr lang="he-IL" sz="4500">
                <a:solidFill>
                  <a:srgbClr val="FFFFFF"/>
                </a:solidFill>
                <a:latin typeface="David Libre"/>
                <a:ea typeface="David Libre"/>
                <a:cs typeface="David Libre"/>
                <a:sym typeface="David Libre"/>
                <a:rtl/>
              </a:rPr>
              <a:t>וּקְשַׁרְתָּ֥ם לְא֖וֹת עַל־יָדֶ֑ךָ</a:t>
            </a:r>
          </a:p>
          <a:p>
            <a:pPr algn="r" rtl="1">
              <a:lnSpc>
                <a:spcPts val="5760"/>
              </a:lnSpc>
            </a:pPr>
            <a:r>
              <a:rPr lang="he-IL" sz="4500">
                <a:solidFill>
                  <a:srgbClr val="FFFFFF"/>
                </a:solidFill>
                <a:latin typeface="David Libre"/>
                <a:ea typeface="David Libre"/>
                <a:cs typeface="David Libre"/>
                <a:sym typeface="David Libre"/>
                <a:rtl/>
              </a:rPr>
              <a:t>וְהָי֥וּ לְטֹטָפֹ֖ת בֵּ֥ין עֵינֶֽיךָ׃</a:t>
            </a:r>
          </a:p>
          <a:p>
            <a:pPr algn="r" rtl="1">
              <a:lnSpc>
                <a:spcPts val="5760"/>
              </a:lnSpc>
            </a:pPr>
            <a:r>
              <a:rPr lang="he-IL" sz="4500">
                <a:solidFill>
                  <a:srgbClr val="FFFFFF"/>
                </a:solidFill>
                <a:latin typeface="David Libre"/>
                <a:ea typeface="David Libre"/>
                <a:cs typeface="David Libre"/>
                <a:sym typeface="David Libre"/>
                <a:rtl/>
              </a:rPr>
              <a:t>וּכְתַבְתָּ֛ם עַל־מְזֻז֥וֹת</a:t>
            </a:r>
          </a:p>
          <a:p>
            <a:pPr algn="r" rtl="1">
              <a:lnSpc>
                <a:spcPts val="5760"/>
              </a:lnSpc>
            </a:pPr>
            <a:r>
              <a:rPr lang="he-IL" sz="4500">
                <a:solidFill>
                  <a:srgbClr val="FFFFFF"/>
                </a:solidFill>
                <a:latin typeface="David Libre"/>
                <a:ea typeface="David Libre"/>
                <a:cs typeface="David Libre"/>
                <a:sym typeface="David Libre"/>
                <a:rtl/>
              </a:rPr>
              <a:t>בֵּיתֶ֖ךָ וּבִשְׁעָרֶֽיךָ׃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endParaRPr/>
            </a:p>
          </p:txBody>
        </p:sp>
      </p:gr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b="1">
                <a:solidFill>
                  <a:srgbClr val="FFFFFF"/>
                </a:solidFill>
                <a:latin typeface="Calibri (MS)"/>
                <a:cs typeface="Calibri (MS)"/>
              </a:rPr>
              <a:t>• V'ahavta</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8580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In this way, you will remember</a:t>
            </a:r>
          </a:p>
          <a:p>
            <a:pPr algn="l">
              <a:lnSpc>
                <a:spcPts val="5760"/>
              </a:lnSpc>
            </a:pPr>
            <a:r>
              <a:rPr lang="en-US" sz="3600">
                <a:solidFill>
                  <a:srgbClr val="FFFFFF"/>
                </a:solidFill>
                <a:latin typeface="Calibri (MS)"/>
                <a:cs typeface="Calibri (MS)"/>
              </a:rPr>
              <a:t>and do all My mitzvot,</a:t>
            </a:r>
          </a:p>
          <a:p>
            <a:pPr algn="l">
              <a:lnSpc>
                <a:spcPts val="5760"/>
              </a:lnSpc>
            </a:pPr>
            <a:r>
              <a:rPr lang="en-US" sz="3600">
                <a:solidFill>
                  <a:srgbClr val="FFFFFF"/>
                </a:solidFill>
                <a:latin typeface="Calibri (MS)"/>
                <a:cs typeface="Calibri (MS)"/>
              </a:rPr>
              <a:t>and you will be holy</a:t>
            </a:r>
          </a:p>
          <a:p>
            <a:pPr algn="l">
              <a:lnSpc>
                <a:spcPts val="5760"/>
              </a:lnSpc>
            </a:pPr>
            <a:r>
              <a:rPr lang="en-US" sz="3600">
                <a:solidFill>
                  <a:srgbClr val="FFFFFF"/>
                </a:solidFill>
                <a:latin typeface="Calibri (MS)"/>
                <a:cs typeface="Calibri (MS)"/>
              </a:rPr>
              <a:t>to your God.</a:t>
            </a:r>
          </a:p>
          <a:p>
            <a:pPr algn="l">
              <a:lnSpc>
                <a:spcPts val="5760"/>
              </a:lnSpc>
            </a:pPr>
            <a:r>
              <a:rPr lang="en-US" sz="3600">
                <a:solidFill>
                  <a:srgbClr val="FFFFFF"/>
                </a:solidFill>
                <a:latin typeface="Calibri (MS)"/>
                <a:cs typeface="Calibri (MS)"/>
              </a:rPr>
              <a:t>I am Adonai your God</a:t>
            </a:r>
          </a:p>
          <a:p>
            <a:pPr algn="l">
              <a:lnSpc>
                <a:spcPts val="5760"/>
              </a:lnSpc>
            </a:pPr>
            <a:r>
              <a:rPr lang="en-US" sz="3600">
                <a:solidFill>
                  <a:srgbClr val="FFFFFF"/>
                </a:solidFill>
                <a:latin typeface="Calibri (MS)"/>
                <a:cs typeface="Calibri (MS)"/>
              </a:rPr>
              <a:t>who brought you out of</a:t>
            </a:r>
          </a:p>
          <a:p>
            <a:pPr algn="l">
              <a:lnSpc>
                <a:spcPts val="5760"/>
              </a:lnSpc>
            </a:pPr>
            <a:r>
              <a:rPr lang="en-US" sz="3600">
                <a:solidFill>
                  <a:srgbClr val="FFFFFF"/>
                </a:solidFill>
                <a:latin typeface="Calibri (MS)"/>
                <a:cs typeface="Calibri (MS)"/>
              </a:rPr>
              <a:t>the land of Egypt</a:t>
            </a:r>
          </a:p>
          <a:p>
            <a:pPr algn="l">
              <a:lnSpc>
                <a:spcPts val="5760"/>
              </a:lnSpc>
            </a:pPr>
            <a:r>
              <a:rPr lang="en-US" sz="3600">
                <a:solidFill>
                  <a:srgbClr val="FFFFFF"/>
                </a:solidFill>
                <a:latin typeface="Calibri (MS)"/>
                <a:cs typeface="Calibri (MS)"/>
              </a:rPr>
              <a:t>to be your God.</a:t>
            </a:r>
          </a:p>
          <a:p>
            <a:pPr algn="l">
              <a:lnSpc>
                <a:spcPts val="5760"/>
              </a:lnSpc>
            </a:pPr>
            <a:r>
              <a:rPr lang="en-US" sz="3600">
                <a:solidFill>
                  <a:srgbClr val="FFFFFF"/>
                </a:solidFill>
                <a:latin typeface="Calibri (MS)"/>
                <a:cs typeface="Calibri (MS)"/>
              </a:rPr>
              <a:t>I am Adonai your God.</a:t>
            </a:r>
          </a:p>
        </p:txBody>
      </p:sp>
      <p:sp>
        <p:nvSpPr>
          <p:cNvPr id="11" name="TextBox 11"/>
          <p:cNvSpPr txBox="1"/>
          <p:nvPr/>
        </p:nvSpPr>
        <p:spPr>
          <a:xfrm>
            <a:off x="8665588" y="1095006"/>
            <a:ext cx="5794490" cy="68580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לְמַ֣עַן תִּזְכְּר֔וּ</a:t>
            </a:r>
          </a:p>
          <a:p>
            <a:pPr algn="r" rtl="1">
              <a:lnSpc>
                <a:spcPts val="5760"/>
              </a:lnSpc>
            </a:pPr>
            <a:r>
              <a:rPr lang="he-IL" sz="4500">
                <a:solidFill>
                  <a:srgbClr val="FFFFFF"/>
                </a:solidFill>
                <a:latin typeface="David Libre"/>
                <a:ea typeface="David Libre"/>
                <a:cs typeface="David Libre"/>
                <a:sym typeface="David Libre"/>
                <a:rtl/>
              </a:rPr>
              <a:t>וַעֲשִׂיתֶ֖ם אֶת־כׇּל־מִצְוֺתָ֑י</a:t>
            </a:r>
          </a:p>
          <a:p>
            <a:pPr algn="r" rtl="1">
              <a:lnSpc>
                <a:spcPts val="5760"/>
              </a:lnSpc>
            </a:pPr>
            <a:r>
              <a:rPr lang="he-IL" sz="4500">
                <a:solidFill>
                  <a:srgbClr val="FFFFFF"/>
                </a:solidFill>
                <a:latin typeface="David Libre"/>
                <a:ea typeface="David Libre"/>
                <a:cs typeface="David Libre"/>
                <a:sym typeface="David Libre"/>
                <a:rtl/>
              </a:rPr>
              <a:t>וִהְיִיתֶ֥ם קְדֹשִׁ֖ים</a:t>
            </a:r>
          </a:p>
          <a:p>
            <a:pPr algn="r" rtl="1">
              <a:lnSpc>
                <a:spcPts val="5760"/>
              </a:lnSpc>
            </a:pPr>
            <a:r>
              <a:rPr lang="he-IL" sz="4500">
                <a:solidFill>
                  <a:srgbClr val="FFFFFF"/>
                </a:solidFill>
                <a:latin typeface="David Libre"/>
                <a:ea typeface="David Libre"/>
                <a:cs typeface="David Libre"/>
                <a:sym typeface="David Libre"/>
                <a:rtl/>
              </a:rPr>
              <a:t>לֵאלֹֽהֵיכֶֽם׃</a:t>
            </a:r>
          </a:p>
          <a:p>
            <a:pPr algn="r" rtl="1">
              <a:lnSpc>
                <a:spcPts val="5760"/>
              </a:lnSpc>
            </a:pPr>
            <a:r>
              <a:rPr lang="he-IL" sz="4500">
                <a:solidFill>
                  <a:srgbClr val="FFFFFF"/>
                </a:solidFill>
                <a:latin typeface="David Libre"/>
                <a:ea typeface="David Libre"/>
                <a:cs typeface="David Libre"/>
                <a:sym typeface="David Libre"/>
                <a:rtl/>
              </a:rPr>
              <a:t>אֲנִ֞י יְיָ֣ אֱלֹֽהֵיכֶ֗ם</a:t>
            </a:r>
          </a:p>
          <a:p>
            <a:pPr algn="r" rtl="1">
              <a:lnSpc>
                <a:spcPts val="5760"/>
              </a:lnSpc>
            </a:pPr>
            <a:r>
              <a:rPr lang="he-IL" sz="4500">
                <a:solidFill>
                  <a:srgbClr val="FFFFFF"/>
                </a:solidFill>
                <a:latin typeface="David Libre"/>
                <a:ea typeface="David Libre"/>
                <a:cs typeface="David Libre"/>
                <a:sym typeface="David Libre"/>
                <a:rtl/>
              </a:rPr>
              <a:t>אֲשֶׁ֨ר הוֹצֵ֤אתִי אֶתְכֶם֙</a:t>
            </a:r>
          </a:p>
          <a:p>
            <a:pPr algn="r" rtl="1">
              <a:lnSpc>
                <a:spcPts val="5760"/>
              </a:lnSpc>
            </a:pPr>
            <a:r>
              <a:rPr lang="he-IL" sz="4500">
                <a:solidFill>
                  <a:srgbClr val="FFFFFF"/>
                </a:solidFill>
                <a:latin typeface="David Libre"/>
                <a:ea typeface="David Libre"/>
                <a:cs typeface="David Libre"/>
                <a:sym typeface="David Libre"/>
                <a:rtl/>
              </a:rPr>
              <a:t>מֵאֶ֣רֶץ מִצְרַ֔יִם</a:t>
            </a:r>
          </a:p>
          <a:p>
            <a:pPr algn="r" rtl="1">
              <a:lnSpc>
                <a:spcPts val="5760"/>
              </a:lnSpc>
            </a:pPr>
            <a:r>
              <a:rPr lang="he-IL" sz="4500">
                <a:solidFill>
                  <a:srgbClr val="FFFFFF"/>
                </a:solidFill>
                <a:latin typeface="David Libre"/>
                <a:ea typeface="David Libre"/>
                <a:cs typeface="David Libre"/>
                <a:sym typeface="David Libre"/>
                <a:rtl/>
              </a:rPr>
              <a:t>לִהְי֥וֹת לָכֶ֖ם לֵאלֹהִ֑ים</a:t>
            </a:r>
          </a:p>
          <a:p>
            <a:pPr algn="r" rtl="1">
              <a:lnSpc>
                <a:spcPts val="5760"/>
              </a:lnSpc>
            </a:pPr>
            <a:r>
              <a:rPr lang="he-IL" sz="4500">
                <a:solidFill>
                  <a:srgbClr val="FFFFFF"/>
                </a:solidFill>
                <a:latin typeface="David Libre"/>
                <a:ea typeface="David Libre"/>
                <a:cs typeface="David Libre"/>
                <a:sym typeface="David Libre"/>
                <a:rtl/>
              </a:rPr>
              <a:t>אֲנִ֖י יְיָ֥ אֱלֹהֵיכֶֽם׃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endParaRPr/>
            </a:p>
          </p:txBody>
        </p:sp>
      </p:gr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b="1">
                <a:solidFill>
                  <a:srgbClr val="FFFFFF"/>
                </a:solidFill>
                <a:latin typeface="Calibri (MS)"/>
                <a:cs typeface="Calibri (MS)"/>
              </a:rPr>
              <a:t>• V'ahavta</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246888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Mi chamochah ba-eilim, Adonai!</a:t>
            </a:r>
          </a:p>
          <a:p>
            <a:pPr algn="l">
              <a:lnSpc>
                <a:spcPts val="5760"/>
              </a:lnSpc>
            </a:pPr>
            <a:r>
              <a:rPr lang="en-US" sz="3600">
                <a:solidFill>
                  <a:srgbClr val="FFFFFF"/>
                </a:solidFill>
                <a:latin typeface="Calibri (MS)"/>
                <a:cs typeface="Calibri (MS)"/>
              </a:rPr>
              <a:t>Mi kamochah nedar bakodesh,</a:t>
            </a:r>
          </a:p>
          <a:p>
            <a:pPr algn="l">
              <a:lnSpc>
                <a:spcPts val="5760"/>
              </a:lnSpc>
            </a:pPr>
            <a:r>
              <a:rPr lang="en-US" sz="3600">
                <a:solidFill>
                  <a:srgbClr val="FFFFFF"/>
                </a:solidFill>
                <a:latin typeface="Calibri (MS)"/>
                <a:cs typeface="Calibri (MS)"/>
              </a:rPr>
              <a:t>nora t’hilot, oseih fele!</a:t>
            </a:r>
          </a:p>
        </p:txBody>
      </p:sp>
      <p:sp>
        <p:nvSpPr>
          <p:cNvPr id="11" name="TextBox 11"/>
          <p:cNvSpPr txBox="1"/>
          <p:nvPr/>
        </p:nvSpPr>
        <p:spPr>
          <a:xfrm>
            <a:off x="8665588" y="1095006"/>
            <a:ext cx="5794490" cy="246888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מִי כָמֹכָה בָּאֵלִם יְיָ,</a:t>
            </a:r>
          </a:p>
          <a:p>
            <a:pPr algn="r" rtl="1">
              <a:lnSpc>
                <a:spcPts val="5760"/>
              </a:lnSpc>
            </a:pPr>
            <a:r>
              <a:rPr lang="he-IL" sz="4500">
                <a:solidFill>
                  <a:srgbClr val="FFFFFF"/>
                </a:solidFill>
                <a:latin typeface="David Libre"/>
                <a:ea typeface="David Libre"/>
                <a:cs typeface="David Libre"/>
                <a:sym typeface="David Libre"/>
                <a:rtl/>
              </a:rPr>
              <a:t>מִי כָּמֹכָה נֶאְדָּר בַּקֹּדֶשׁ,</a:t>
            </a:r>
          </a:p>
          <a:p>
            <a:pPr algn="r" rtl="1">
              <a:lnSpc>
                <a:spcPts val="5760"/>
              </a:lnSpc>
            </a:pPr>
            <a:r>
              <a:rPr lang="he-IL" sz="4500">
                <a:solidFill>
                  <a:srgbClr val="FFFFFF"/>
                </a:solidFill>
                <a:latin typeface="David Libre"/>
                <a:ea typeface="David Libre"/>
                <a:cs typeface="David Libre"/>
                <a:sym typeface="David Libre"/>
                <a:rtl/>
              </a:rPr>
              <a:t>נוֹרָא תְהִלֹּת עֹשֵׂה פֶלֶא.</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מִי כָמֹכָה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Chamochah</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r>
              <a:rPr lang="en-US" sz="2799" dirty="0">
                <a:solidFill>
                  <a:srgbClr val="FFFFFF"/>
                </a:solidFill>
                <a:latin typeface="Calibri (MS)"/>
                <a:cs typeface="Calibri (MS)"/>
              </a:rPr>
              <a:t>Who is like You, Adonai, among the gods that are worshipped? </a:t>
            </a:r>
          </a:p>
          <a:p>
            <a:pPr algn="l"/>
            <a:r>
              <a:rPr lang="en-US" sz="2799" dirty="0">
                <a:solidFill>
                  <a:srgbClr val="FFFFFF"/>
                </a:solidFill>
                <a:latin typeface="Calibri (MS)"/>
                <a:cs typeface="Calibri (MS)"/>
              </a:rPr>
              <a:t>Who is like You, majestic in holiness, awesome in splendor, working wonders!</a:t>
            </a:r>
          </a:p>
        </p:txBody>
      </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a:solidFill>
                  <a:srgbClr val="B8E3E6"/>
                </a:solidFill>
                <a:latin typeface="Calibri (MS)"/>
                <a:cs typeface="Calibri (MS)"/>
              </a:rPr>
              <a:t>• V'ahavta</a:t>
            </a:r>
          </a:p>
          <a:p>
            <a:pPr algn="l" marL="182880" indent="0">
              <a:lnSpc>
                <a:spcPts val="2200"/>
              </a:lnSpc>
            </a:pPr>
            <a:r>
              <a:rPr lang="en-US" sz="1800" b="1">
                <a:solidFill>
                  <a:srgbClr val="FFFFFF"/>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603044" y="1098470"/>
            <a:ext cx="6449755" cy="466344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Please rise and open your siddur:</a:t>
            </a:r>
          </a:p>
          <a:p>
            <a:pPr algn="l">
              <a:lnSpc>
                <a:spcPts val="5760"/>
              </a:lnSpc>
            </a:pPr>
            <a:r>
              <a:rPr lang="en-US" sz="3600" dirty="0">
                <a:solidFill>
                  <a:srgbClr val="FFFFFF"/>
                </a:solidFill>
                <a:latin typeface="Calibri (MS)"/>
                <a:cs typeface="Calibri (MS)"/>
              </a:rPr>
              <a:t>Adonai S’fatai — 124 or 98</a:t>
            </a:r>
          </a:p>
          <a:p>
            <a:pPr algn="l">
              <a:lnSpc>
                <a:spcPts val="5760"/>
              </a:lnSpc>
            </a:pPr>
            <a:r>
              <a:rPr lang="en-US" sz="3600" dirty="0">
                <a:solidFill>
                  <a:srgbClr val="FFFFFF"/>
                </a:solidFill>
                <a:latin typeface="Calibri (MS)"/>
                <a:cs typeface="Calibri (MS)"/>
              </a:rPr>
              <a:t>Avot v’Imahot — 126 or 100</a:t>
            </a:r>
          </a:p>
          <a:p>
            <a:pPr algn="l">
              <a:lnSpc>
                <a:spcPts val="5760"/>
              </a:lnSpc>
            </a:pPr>
            <a:r>
              <a:rPr lang="en-US" sz="3600" dirty="0">
                <a:solidFill>
                  <a:srgbClr val="FFFFFF"/>
                </a:solidFill>
                <a:latin typeface="Calibri (MS)"/>
                <a:cs typeface="Calibri (MS)"/>
              </a:rPr>
              <a:t>G’vurot — 128 or 102</a:t>
            </a:r>
          </a:p>
          <a:p>
            <a:pPr algn="l">
              <a:lnSpc>
                <a:spcPts val="5760"/>
              </a:lnSpc>
            </a:pPr>
            <a:r>
              <a:rPr lang="en-US" sz="3600" dirty="0">
                <a:solidFill>
                  <a:srgbClr val="FFFFFF"/>
                </a:solidFill>
                <a:latin typeface="Calibri (MS)"/>
                <a:cs typeface="Calibri (MS)"/>
              </a:rPr>
              <a:t>K’dushah — 130 or 104</a:t>
            </a:r>
          </a:p>
          <a:p>
            <a:pPr>
              <a:lnSpc>
                <a:spcPts val="5760"/>
              </a:lnSpc>
            </a:pPr>
            <a:r>
              <a:rPr lang="en-US" sz="3600" dirty="0">
                <a:solidFill>
                  <a:srgbClr val="FFFFFF"/>
                </a:solidFill>
                <a:latin typeface="Calibri (MS)"/>
                <a:cs typeface="Calibri (MS)"/>
              </a:rPr>
              <a:t>Student siddur — page 10</a:t>
            </a:r>
          </a:p>
          <a:p>
            <a:pPr algn="l">
              <a:lnSpc>
                <a:spcPts val="5760"/>
              </a:lnSpc>
            </a:pPr>
            <a:endParaRPr lang="en-US" sz="3600" dirty="0">
              <a:solidFill>
                <a:srgbClr val="FFFFFF"/>
              </a:solidFill>
              <a:latin typeface="Calibri (MS)"/>
              <a:cs typeface="Calibri (MS)"/>
            </a:endParaRPr>
          </a:p>
          <a:p>
            <a:pPr algn="l">
              <a:lnSpc>
                <a:spcPts val="5760"/>
              </a:lnSpc>
            </a:pPr>
            <a:endParaRPr lang="en-US" sz="3600" dirty="0">
              <a:solidFill>
                <a:srgbClr val="FFFFFF"/>
              </a:solidFill>
              <a:latin typeface="Calibri (MS)"/>
              <a:cs typeface="Calibri (MS)"/>
            </a:endParaRPr>
          </a:p>
        </p:txBody>
      </p:sp>
      <p:sp>
        <p:nvSpPr>
          <p:cNvPr id="11" name="TextBox 11"/>
          <p:cNvSpPr txBox="1"/>
          <p:nvPr/>
        </p:nvSpPr>
        <p:spPr>
          <a:xfrm>
            <a:off x="8665588" y="1095006"/>
            <a:ext cx="5794490" cy="1005840"/>
          </a:xfrm>
          <a:prstGeom prst="rect">
            <a:avLst/>
          </a:prstGeom>
        </p:spPr>
        <p:txBody>
          <a:bodyPr lIns="0" tIns="0" rIns="0" bIns="0" rtlCol="0" anchor="t"/>
          <a:lstStyle/>
          <a:p>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עֲמִידָה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Amidah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endParaRPr lang="en-US" sz="2799" dirty="0">
                <a:solidFill>
                  <a:srgbClr val="FFFFFF"/>
                </a:solidFill>
                <a:latin typeface="Calibri (MS)"/>
                <a:cs typeface="Calibri (MS)"/>
              </a:endParaRPr>
            </a:p>
          </p:txBody>
        </p:sp>
      </p:gr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b="1">
                <a:solidFill>
                  <a:srgbClr val="FFFFFF"/>
                </a:solidFill>
                <a:latin typeface="Calibri (MS)"/>
                <a:cs typeface="Calibri (MS)"/>
              </a:rPr>
              <a:t>• Amidah</a:t>
            </a:r>
          </a:p>
          <a:p>
            <a:pPr algn="l" marL="182880" indent="0">
              <a:lnSpc>
                <a:spcPts val="2200"/>
              </a:lnSpc>
            </a:pPr>
            <a:r>
              <a:rPr lang="en-US" sz="1800">
                <a:solidFill>
                  <a:srgbClr val="B8E3E6"/>
                </a:solidFill>
                <a:latin typeface="Calibri (MS)"/>
                <a:cs typeface="Calibri (MS)"/>
              </a:rPr>
              <a:t>• Adonai S'fatai</a:t>
            </a:r>
          </a:p>
          <a:p>
            <a:pPr algn="l" marL="182880" indent="0">
              <a:lnSpc>
                <a:spcPts val="2200"/>
              </a:lnSpc>
            </a:pPr>
            <a:r>
              <a:rPr lang="en-US" sz="1800">
                <a:solidFill>
                  <a:srgbClr val="B8E3E6"/>
                </a:solidFill>
                <a:latin typeface="Calibri (MS)"/>
                <a:cs typeface="Calibri (MS)"/>
              </a:rPr>
              <a:t>• Eternity Utters a Day</a:t>
            </a:r>
          </a:p>
          <a:p>
            <a:pPr algn="l" marL="182880" indent="0">
              <a:lnSpc>
                <a:spcPts val="2200"/>
              </a:lnSpc>
            </a:pPr>
            <a:r>
              <a:rPr lang="en-US" sz="1800">
                <a:solidFill>
                  <a:srgbClr val="B8E3E6"/>
                </a:solidFill>
                <a:latin typeface="Calibri (MS)"/>
                <a:cs typeface="Calibri (MS)"/>
              </a:rPr>
              <a:t>• Mi Shebeirach</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73736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Adonai, s’fatai tiftach,</a:t>
            </a:r>
          </a:p>
          <a:p>
            <a:pPr algn="l">
              <a:lnSpc>
                <a:spcPts val="5760"/>
              </a:lnSpc>
            </a:pPr>
            <a:r>
              <a:rPr lang="en-US" sz="3600">
                <a:solidFill>
                  <a:srgbClr val="FFFFFF"/>
                </a:solidFill>
                <a:latin typeface="Calibri (MS)"/>
                <a:cs typeface="Calibri (MS)"/>
              </a:rPr>
              <a:t>ufi yagid t’hilatecha.</a:t>
            </a:r>
          </a:p>
        </p:txBody>
      </p:sp>
      <p:sp>
        <p:nvSpPr>
          <p:cNvPr id="11" name="TextBox 11"/>
          <p:cNvSpPr txBox="1"/>
          <p:nvPr/>
        </p:nvSpPr>
        <p:spPr>
          <a:xfrm>
            <a:off x="8665588" y="1095006"/>
            <a:ext cx="5794490" cy="17373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אֲדֹנָי, שְׂפָתַי תִפְתָּח,</a:t>
            </a:r>
          </a:p>
          <a:p>
            <a:pPr algn="r" rtl="1">
              <a:lnSpc>
                <a:spcPts val="5760"/>
              </a:lnSpc>
            </a:pPr>
            <a:r>
              <a:rPr lang="he-IL" sz="4500">
                <a:solidFill>
                  <a:srgbClr val="FFFFFF"/>
                </a:solidFill>
                <a:latin typeface="David Libre"/>
                <a:ea typeface="David Libre"/>
                <a:cs typeface="David Libre"/>
                <a:sym typeface="David Libre"/>
                <a:rtl/>
              </a:rPr>
              <a:t>וּפִי יַגִּיד תְּהִלָתֶֽךָ׃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אֲדֹנָי שְׂפָתַי</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Adonai S’fatai</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“Adonai, open my lips, that my mouth may declare Your praise.” (Psalm 51:17)</a:t>
              </a:r>
            </a:p>
          </p:txBody>
        </p:sp>
      </p:gr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a:solidFill>
                  <a:srgbClr val="B8E3E6"/>
                </a:solidFill>
                <a:latin typeface="Calibri (MS)"/>
                <a:cs typeface="Calibri (MS)"/>
              </a:rPr>
              <a:t>• Amidah</a:t>
            </a:r>
          </a:p>
          <a:p>
            <a:pPr algn="l" marL="182880" indent="0">
              <a:lnSpc>
                <a:spcPts val="2200"/>
              </a:lnSpc>
            </a:pPr>
            <a:r>
              <a:rPr lang="en-US" sz="1800" b="1">
                <a:solidFill>
                  <a:srgbClr val="FFFFFF"/>
                </a:solidFill>
                <a:latin typeface="Calibri (MS)"/>
                <a:cs typeface="Calibri (MS)"/>
              </a:rPr>
              <a:t>• Adonai S'fatai</a:t>
            </a:r>
          </a:p>
          <a:p>
            <a:pPr algn="l" marL="182880" indent="0">
              <a:lnSpc>
                <a:spcPts val="2200"/>
              </a:lnSpc>
            </a:pPr>
            <a:r>
              <a:rPr lang="en-US" sz="1800">
                <a:solidFill>
                  <a:srgbClr val="B8E3E6"/>
                </a:solidFill>
                <a:latin typeface="Calibri (MS)"/>
                <a:cs typeface="Calibri (MS)"/>
              </a:rPr>
              <a:t>• Eternity Utters a Day</a:t>
            </a:r>
          </a:p>
          <a:p>
            <a:pPr algn="l" marL="182880" indent="0">
              <a:lnSpc>
                <a:spcPts val="2200"/>
              </a:lnSpc>
            </a:pPr>
            <a:r>
              <a:rPr lang="en-US" sz="1800">
                <a:solidFill>
                  <a:srgbClr val="B8E3E6"/>
                </a:solidFill>
                <a:latin typeface="Calibri (MS)"/>
                <a:cs typeface="Calibri (MS)"/>
              </a:rPr>
              <a:t>• Mi Shebeirach</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73736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Mi shebeirach avoteinu,</a:t>
            </a:r>
          </a:p>
          <a:p>
            <a:pPr algn="l">
              <a:lnSpc>
                <a:spcPts val="5760"/>
              </a:lnSpc>
            </a:pPr>
            <a:r>
              <a:rPr lang="en-US" sz="3600">
                <a:solidFill>
                  <a:srgbClr val="FFFFFF"/>
                </a:solidFill>
                <a:latin typeface="Calibri (MS)"/>
                <a:cs typeface="Calibri (MS)"/>
              </a:rPr>
              <a:t>m’kor hab’rachah l’imoteinu.</a:t>
            </a:r>
          </a:p>
        </p:txBody>
      </p:sp>
      <p:sp>
        <p:nvSpPr>
          <p:cNvPr id="11" name="TextBox 11"/>
          <p:cNvSpPr txBox="1"/>
          <p:nvPr/>
        </p:nvSpPr>
        <p:spPr>
          <a:xfrm>
            <a:off x="8665588" y="1095006"/>
            <a:ext cx="5794490" cy="17373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מִי שֶׁבֵּרַךְ אֲבוֹתֵינוּ,</a:t>
            </a:r>
          </a:p>
          <a:p>
            <a:pPr algn="r" rtl="1">
              <a:lnSpc>
                <a:spcPts val="5760"/>
              </a:lnSpc>
            </a:pPr>
            <a:r>
              <a:rPr lang="he-IL" sz="4500">
                <a:solidFill>
                  <a:srgbClr val="FFFFFF"/>
                </a:solidFill>
                <a:latin typeface="David Libre"/>
                <a:ea typeface="David Libre"/>
                <a:cs typeface="David Libre"/>
                <a:sym typeface="David Libre"/>
                <a:rtl/>
              </a:rPr>
              <a:t>מְקוֹר הַבְּרָכָה לְאִמּוֹתֵינוּ.</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מִי שֶׁבֵּרַךְ</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Shebeirach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Lorem ipsum dolor sit amet, consectetur adipiscing elit. Sed do eiusmod tempor incididunt ut labore et dolore magna aliqua.</a:t>
              </a:r>
            </a:p>
          </p:txBody>
        </p:sp>
      </p:gr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a:solidFill>
                  <a:srgbClr val="B8E3E6"/>
                </a:solidFill>
                <a:latin typeface="Calibri (MS)"/>
                <a:cs typeface="Calibri (MS)"/>
              </a:rPr>
              <a:t>• Amidah</a:t>
            </a:r>
          </a:p>
          <a:p>
            <a:pPr algn="l" marL="182880" indent="0">
              <a:lnSpc>
                <a:spcPts val="2200"/>
              </a:lnSpc>
            </a:pPr>
            <a:r>
              <a:rPr lang="en-US" sz="1800">
                <a:solidFill>
                  <a:srgbClr val="B8E3E6"/>
                </a:solidFill>
                <a:latin typeface="Calibri (MS)"/>
                <a:cs typeface="Calibri (MS)"/>
              </a:rPr>
              <a:t>• Adonai S'fatai</a:t>
            </a:r>
          </a:p>
          <a:p>
            <a:pPr algn="l" marL="182880" indent="0">
              <a:lnSpc>
                <a:spcPts val="2200"/>
              </a:lnSpc>
            </a:pPr>
            <a:r>
              <a:rPr lang="en-US" sz="1800">
                <a:solidFill>
                  <a:srgbClr val="B8E3E6"/>
                </a:solidFill>
                <a:latin typeface="Calibri (MS)"/>
                <a:cs typeface="Calibri (MS)"/>
              </a:rPr>
              <a:t>• Eternity Utters a Day</a:t>
            </a:r>
          </a:p>
          <a:p>
            <a:pPr algn="l" marL="182880" indent="0">
              <a:lnSpc>
                <a:spcPts val="2200"/>
              </a:lnSpc>
            </a:pPr>
            <a:r>
              <a:rPr lang="en-US" sz="1800" b="1">
                <a:solidFill>
                  <a:srgbClr val="FFFFFF"/>
                </a:solidFill>
                <a:latin typeface="Calibri (MS)"/>
                <a:cs typeface="Calibri (MS)"/>
              </a:rPr>
              <a:t>• Mi Shebeirach</a:t>
            </a:r>
          </a:p>
          <a:p>
            <a:pPr algn="l" marL="365760" indent="0">
              <a:lnSpc>
                <a:spcPts val="2000"/>
              </a:lnSpc>
            </a:pPr>
            <a:r>
              <a:rPr lang="en-US" sz="1400">
                <a:solidFill>
                  <a:srgbClr val="FFFFFF"/>
                </a:solidFill>
                <a:latin typeface="Calibri (MS)"/>
                <a:cs typeface="Calibri (MS)"/>
              </a:rPr>
              <a:t>● ○</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73736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Mi shebeirach imoteinu,</a:t>
            </a:r>
          </a:p>
          <a:p>
            <a:pPr algn="l">
              <a:lnSpc>
                <a:spcPts val="5760"/>
              </a:lnSpc>
            </a:pPr>
            <a:r>
              <a:rPr lang="en-US" sz="3600">
                <a:solidFill>
                  <a:srgbClr val="FFFFFF"/>
                </a:solidFill>
                <a:latin typeface="Calibri (MS)"/>
                <a:cs typeface="Calibri (MS)"/>
              </a:rPr>
              <a:t>m’kor hab’rachah la’avoteinu.</a:t>
            </a:r>
          </a:p>
        </p:txBody>
      </p:sp>
      <p:sp>
        <p:nvSpPr>
          <p:cNvPr id="11" name="TextBox 11"/>
          <p:cNvSpPr txBox="1"/>
          <p:nvPr/>
        </p:nvSpPr>
        <p:spPr>
          <a:xfrm>
            <a:off x="8665588" y="1095006"/>
            <a:ext cx="5794490" cy="17373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מִי שֶׁבֵּרַךְ אִמּוֹתֵינוּ,</a:t>
            </a:r>
          </a:p>
          <a:p>
            <a:pPr algn="r" rtl="1">
              <a:lnSpc>
                <a:spcPts val="5760"/>
              </a:lnSpc>
            </a:pPr>
            <a:r>
              <a:rPr lang="he-IL" sz="4500">
                <a:solidFill>
                  <a:srgbClr val="FFFFFF"/>
                </a:solidFill>
                <a:latin typeface="David Libre"/>
                <a:ea typeface="David Libre"/>
                <a:cs typeface="David Libre"/>
                <a:sym typeface="David Libre"/>
                <a:rtl/>
              </a:rPr>
              <a:t>מְקוֹר הַבְּרָכָה לַאֲבוֹתֵינוּ.</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מִי שֶׁבֵּרַךְ</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Shebeirach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Lorem ipsum dolor sit amet, consectetur adipiscing elit. Sed do eiusmod tempor incididunt ut labore et dolore magna aliqua.</a:t>
              </a:r>
            </a:p>
          </p:txBody>
        </p:sp>
      </p:gr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a:solidFill>
                  <a:srgbClr val="B8E3E6"/>
                </a:solidFill>
                <a:latin typeface="Calibri (MS)"/>
                <a:cs typeface="Calibri (MS)"/>
              </a:rPr>
              <a:t>• Amidah</a:t>
            </a:r>
          </a:p>
          <a:p>
            <a:pPr algn="l" marL="182880" indent="0">
              <a:lnSpc>
                <a:spcPts val="2200"/>
              </a:lnSpc>
            </a:pPr>
            <a:r>
              <a:rPr lang="en-US" sz="1800">
                <a:solidFill>
                  <a:srgbClr val="B8E3E6"/>
                </a:solidFill>
                <a:latin typeface="Calibri (MS)"/>
                <a:cs typeface="Calibri (MS)"/>
              </a:rPr>
              <a:t>• Adonai S'fatai</a:t>
            </a:r>
          </a:p>
          <a:p>
            <a:pPr algn="l" marL="182880" indent="0">
              <a:lnSpc>
                <a:spcPts val="2200"/>
              </a:lnSpc>
            </a:pPr>
            <a:r>
              <a:rPr lang="en-US" sz="1800">
                <a:solidFill>
                  <a:srgbClr val="B8E3E6"/>
                </a:solidFill>
                <a:latin typeface="Calibri (MS)"/>
                <a:cs typeface="Calibri (MS)"/>
              </a:rPr>
              <a:t>• Eternity Utters a Day</a:t>
            </a:r>
          </a:p>
          <a:p>
            <a:pPr algn="l" marL="182880" indent="0">
              <a:lnSpc>
                <a:spcPts val="2200"/>
              </a:lnSpc>
            </a:pPr>
            <a:r>
              <a:rPr lang="en-US" sz="1800" b="1">
                <a:solidFill>
                  <a:srgbClr val="FFFFFF"/>
                </a:solidFill>
                <a:latin typeface="Calibri (MS)"/>
                <a:cs typeface="Calibri (MS)"/>
              </a:rPr>
              <a:t>• Mi Shebeirach</a:t>
            </a:r>
          </a:p>
          <a:p>
            <a:pPr algn="l" marL="365760" indent="0">
              <a:lnSpc>
                <a:spcPts val="2000"/>
              </a:lnSpc>
            </a:pPr>
            <a:r>
              <a:rPr lang="en-US" sz="1400">
                <a:solidFill>
                  <a:srgbClr val="FFFFFF"/>
                </a:solidFill>
                <a:latin typeface="Calibri (MS)"/>
                <a:cs typeface="Calibri (MS)"/>
              </a:rPr>
              <a:t>○ ●</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3931920"/>
          </a:xfrm>
          <a:prstGeom prst="rect">
            <a:avLst/>
          </a:prstGeom>
        </p:spPr>
        <p:txBody>
          <a:bodyPr lIns="0" tIns="0" rIns="0" bIns="0" rtlCol="0" anchor="t"/>
          <a:lstStyle/>
          <a:p>
            <a:pPr algn="l">
              <a:lnSpc>
                <a:spcPts val="5760"/>
              </a:lnSpc>
            </a:pPr>
            <a:r>
              <a:rPr lang="en-US" sz="3600" dirty="0" err="1">
                <a:solidFill>
                  <a:srgbClr val="FFFFFF"/>
                </a:solidFill>
                <a:latin typeface="Calibri (MS)"/>
                <a:ea typeface="Calibri (MS)"/>
                <a:cs typeface="Calibri (MS)"/>
                <a:sym typeface="Calibri (MS)"/>
              </a:rPr>
              <a:t>Oseh</a:t>
            </a:r>
            <a:r>
              <a:rPr lang="en-US" sz="3600" dirty="0">
                <a:solidFill>
                  <a:srgbClr val="FFFFFF"/>
                </a:solidFill>
                <a:latin typeface="Calibri (MS)"/>
                <a:ea typeface="Calibri (MS)"/>
                <a:cs typeface="Calibri (MS)"/>
                <a:sym typeface="Calibri (MS)"/>
              </a:rPr>
              <a:t> shalom </a:t>
            </a:r>
            <a:r>
              <a:rPr lang="en-US" sz="3600" dirty="0" err="1">
                <a:solidFill>
                  <a:srgbClr val="FFFFFF"/>
                </a:solidFill>
                <a:latin typeface="Calibri (MS)"/>
                <a:ea typeface="Calibri (MS)"/>
                <a:cs typeface="Calibri (MS)"/>
                <a:sym typeface="Calibri (MS)"/>
              </a:rPr>
              <a:t>bimromav</a:t>
            </a:r>
            <a:r>
              <a:rPr lang="en-US" sz="3600" dirty="0">
                <a:solidFill>
                  <a:srgbClr val="FFFFFF"/>
                </a:solidFill>
                <a:latin typeface="Calibri (MS)"/>
                <a:ea typeface="Calibri (MS)"/>
                <a:cs typeface="Calibri (MS)"/>
                <a:sym typeface="Calibri (MS)"/>
              </a:rPr>
              <a:t>,</a:t>
            </a:r>
          </a:p>
          <a:p>
            <a:pPr algn="l">
              <a:lnSpc>
                <a:spcPts val="5760"/>
              </a:lnSpc>
            </a:pPr>
            <a:r>
              <a:rPr lang="en-US" sz="3600">
                <a:solidFill>
                  <a:srgbClr val="FFFFFF"/>
                </a:solidFill>
                <a:latin typeface="Calibri (MS)"/>
                <a:ea typeface="Calibri (MS)"/>
                <a:cs typeface="Calibri (MS)"/>
                <a:sym typeface="Calibri (MS)"/>
              </a:rPr>
              <a:t>hu yaaseh shalom aleinu,</a:t>
            </a:r>
          </a:p>
          <a:p>
            <a:pPr algn="l">
              <a:lnSpc>
                <a:spcPts val="5760"/>
              </a:lnSpc>
            </a:pPr>
            <a:r>
              <a:rPr lang="en-US" sz="3600">
                <a:solidFill>
                  <a:srgbClr val="FFFFFF"/>
                </a:solidFill>
                <a:latin typeface="Calibri (MS)"/>
                <a:ea typeface="Calibri (MS)"/>
                <a:cs typeface="Calibri (MS)"/>
                <a:sym typeface="Calibri (MS)"/>
              </a:rPr>
              <a:t>v’al kol Yisrael,</a:t>
            </a:r>
          </a:p>
          <a:p>
            <a:pPr algn="l">
              <a:lnSpc>
                <a:spcPts val="5760"/>
              </a:lnSpc>
            </a:pPr>
            <a:r>
              <a:rPr lang="en-US" sz="3600">
                <a:solidFill>
                  <a:srgbClr val="FFFFFF"/>
                </a:solidFill>
                <a:latin typeface="Calibri (MS)"/>
                <a:ea typeface="Calibri (MS)"/>
                <a:cs typeface="Calibri (MS)"/>
                <a:sym typeface="Calibri (MS)"/>
              </a:rPr>
              <a:t>v’al kol yosh’vei teiveil,</a:t>
            </a:r>
          </a:p>
          <a:p>
            <a:pPr algn="l">
              <a:lnSpc>
                <a:spcPts val="5760"/>
              </a:lnSpc>
            </a:pPr>
            <a:r>
              <a:rPr lang="en-US" sz="3600">
                <a:solidFill>
                  <a:srgbClr val="FFFFFF"/>
                </a:solidFill>
                <a:latin typeface="Calibri (MS)"/>
                <a:ea typeface="Calibri (MS)"/>
                <a:cs typeface="Calibri (MS)"/>
                <a:sym typeface="Calibri (MS)"/>
              </a:rPr>
              <a:t>v’imru: Amen.</a:t>
            </a:r>
          </a:p>
        </p:txBody>
      </p:sp>
      <p:sp>
        <p:nvSpPr>
          <p:cNvPr id="11" name="TextBox 11"/>
          <p:cNvSpPr txBox="1"/>
          <p:nvPr/>
        </p:nvSpPr>
        <p:spPr>
          <a:xfrm>
            <a:off x="8665588" y="1095006"/>
            <a:ext cx="5794490" cy="3931920"/>
          </a:xfrm>
          <a:prstGeom prst="rect">
            <a:avLst/>
          </a:prstGeom>
        </p:spPr>
        <p:txBody>
          <a:bodyPr lIns="0" tIns="0" rIns="0" bIns="0" rtlCol="0" anchor="t"/>
          <a:lstStyle/>
          <a:p>
            <a:pPr algn="r" rtl="1">
              <a:lnSpc>
                <a:spcPts val="5760"/>
              </a:lnSpc>
            </a:pPr>
            <a:r>
              <a:rPr lang="he-IL" sz="4500" dirty="0">
                <a:solidFill>
                  <a:srgbClr val="FFFFFF"/>
                </a:solidFill>
                <a:latin typeface="David Libre"/>
                <a:ea typeface="David Libre"/>
                <a:cs typeface="David Libre"/>
                <a:sym typeface="David Libre"/>
                <a:rtl/>
              </a:rPr>
              <a:t>עֹשֶׂה שָׁלוֹם בִּמְרוֹמָיו,</a:t>
            </a:r>
          </a:p>
          <a:p>
            <a:pPr algn="r" rtl="1">
              <a:lnSpc>
                <a:spcPts val="5760"/>
              </a:lnSpc>
            </a:pPr>
            <a:r>
              <a:rPr lang="he-IL" sz="4500" dirty="0">
                <a:solidFill>
                  <a:srgbClr val="FFFFFF"/>
                </a:solidFill>
                <a:latin typeface="David Libre"/>
                <a:ea typeface="David Libre"/>
                <a:cs typeface="David Libre"/>
                <a:sym typeface="David Libre"/>
                <a:rtl/>
              </a:rPr>
              <a:t>הוּא יַעֲשֶׂה שָׁלוֹם עָלֵינוּ,</a:t>
            </a:r>
          </a:p>
          <a:p>
            <a:pPr algn="r" rtl="1">
              <a:lnSpc>
                <a:spcPts val="5760"/>
              </a:lnSpc>
            </a:pPr>
            <a:r>
              <a:rPr lang="he-IL" sz="4500" dirty="0">
                <a:solidFill>
                  <a:srgbClr val="FFFFFF"/>
                </a:solidFill>
                <a:latin typeface="David Libre"/>
                <a:ea typeface="David Libre"/>
                <a:cs typeface="David Libre"/>
                <a:sym typeface="David Libre"/>
                <a:rtl/>
              </a:rPr>
              <a:t>וְעַל כָּל יִשְׂרָאֵל,</a:t>
            </a:r>
          </a:p>
          <a:p>
            <a:pPr algn="r" rtl="1">
              <a:lnSpc>
                <a:spcPts val="5760"/>
              </a:lnSpc>
            </a:pPr>
            <a:r>
              <a:rPr lang="he-IL" sz="4500" dirty="0">
                <a:solidFill>
                  <a:srgbClr val="FFFFFF"/>
                </a:solidFill>
                <a:latin typeface="David Libre"/>
                <a:ea typeface="David Libre"/>
                <a:cs typeface="David Libre"/>
                <a:sym typeface="David Libre"/>
                <a:rtl/>
              </a:rPr>
              <a:t>וְעַל כָּל יוֹשְׁבֵי תֵבֵל,</a:t>
            </a:r>
          </a:p>
          <a:p>
            <a:pPr algn="r" rtl="1">
              <a:lnSpc>
                <a:spcPts val="5760"/>
              </a:lnSpc>
            </a:pPr>
            <a:r>
              <a:rPr lang="he-IL" sz="4500" dirty="0">
                <a:solidFill>
                  <a:srgbClr val="FFFFFF"/>
                </a:solidFill>
                <a:latin typeface="David Libre"/>
                <a:ea typeface="David Libre"/>
                <a:cs typeface="David Libre"/>
                <a:sym typeface="David Libre"/>
                <a:rtl/>
              </a:rPr>
              <a:t>וְאִמְרוּ: אָמֵן.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עֹשֶׂה שָׁלוֹם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Oseh Shalom</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May the One who makes peace in the high heavens make peace for us, for all Israel, and for all who dwell on earth. And let us say: Amen.</a:t>
            </a:r>
          </a:p>
        </p:txBody>
      </p:sp>
      <p:sp>
        <p:nvSpPr>
          <p:cNvPr id="4" name="Freeform 9">
            <a:extLst>
              <a:ext uri="{FF2B5EF4-FFF2-40B4-BE49-F238E27FC236}">
                <a16:creationId xmlns:a16="http://schemas.microsoft.com/office/drawing/2014/main" id="{9F0BB950-7DD1-E6CE-6D66-BD303517145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a:solidFill>
                  <a:srgbClr val="B8E3E6"/>
                </a:solidFill>
                <a:latin typeface="Calibri (MS)"/>
                <a:cs typeface="Calibri (MS)"/>
              </a:rPr>
              <a:t>• Amidah</a:t>
            </a:r>
          </a:p>
          <a:p>
            <a:pPr algn="l" marL="182880" indent="0">
              <a:lnSpc>
                <a:spcPts val="2200"/>
              </a:lnSpc>
            </a:pPr>
            <a:r>
              <a:rPr lang="en-US" sz="1800">
                <a:solidFill>
                  <a:srgbClr val="B8E3E6"/>
                </a:solidFill>
                <a:latin typeface="Calibri (MS)"/>
                <a:cs typeface="Calibri (MS)"/>
              </a:rPr>
              <a:t>• Adonai S'fatai</a:t>
            </a:r>
          </a:p>
          <a:p>
            <a:pPr algn="l" marL="182880" indent="0">
              <a:lnSpc>
                <a:spcPts val="2200"/>
              </a:lnSpc>
            </a:pPr>
            <a:r>
              <a:rPr lang="en-US" sz="1800">
                <a:solidFill>
                  <a:srgbClr val="B8E3E6"/>
                </a:solidFill>
                <a:latin typeface="Calibri (MS)"/>
                <a:cs typeface="Calibri (MS)"/>
              </a:rPr>
              <a:t>• Eternity Utters a Day</a:t>
            </a:r>
          </a:p>
          <a:p>
            <a:pPr algn="l" marL="182880" indent="0">
              <a:lnSpc>
                <a:spcPts val="2200"/>
              </a:lnSpc>
            </a:pPr>
            <a:r>
              <a:rPr lang="en-US" sz="1800">
                <a:solidFill>
                  <a:srgbClr val="B8E3E6"/>
                </a:solidFill>
                <a:latin typeface="Calibri (MS)"/>
                <a:cs typeface="Calibri (MS)"/>
              </a:rPr>
              <a:t>• Mi Shebeirach</a:t>
            </a:r>
          </a:p>
          <a:p>
            <a:pPr algn="l" marL="182880" indent="0">
              <a:lnSpc>
                <a:spcPts val="2200"/>
              </a:lnSpc>
            </a:pPr>
            <a:r>
              <a:rPr lang="en-US" sz="1800" b="1">
                <a:solidFill>
                  <a:srgbClr val="FFFFFF"/>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005840"/>
          </a:xfrm>
          <a:prstGeom prst="rect">
            <a:avLst/>
          </a:prstGeom>
        </p:spPr>
        <p:txBody>
          <a:bodyPr lIns="0" tIns="0" rIns="0" bIns="0" rtlCol="0" anchor="t"/>
          <a:lstStyle/>
          <a:p>
            <a:pPr algn="l">
              <a:lnSpc>
                <a:spcPts val="5760"/>
              </a:lnSpc>
            </a:pPr>
            <a:r>
              <a:rPr lang="en-US" sz="3600">
                <a:solidFill>
                  <a:srgbClr val="B8E3E6"/>
                </a:solidFill>
                <a:latin typeface="Calibri (MS)"/>
                <a:cs typeface="Calibri (MS)"/>
              </a:rPr>
              <a:t>[ Class Song ]</a:t>
            </a:r>
          </a:p>
        </p:txBody>
      </p:sp>
      <p:sp>
        <p:nvSpPr>
          <p:cNvPr id="11" name="TextBox 11"/>
          <p:cNvSpPr txBox="1"/>
          <p:nvPr/>
        </p:nvSpPr>
        <p:spPr>
          <a:xfrm>
            <a:off x="8665588" y="1095006"/>
            <a:ext cx="5794490" cy="1005840"/>
          </a:xfrm>
          <a:prstGeom prst="rect">
            <a:avLst/>
          </a:prstGeom>
        </p:spPr>
        <p:txBody>
          <a:bodyPr lIns="0" tIns="0" rIns="0" bIns="0" rtlCol="0" anchor="t"/>
          <a:lstStyle/>
          <a:p>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שִׁיר הַכִּתָּה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Class Song</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B8E3E6"/>
                  </a:solidFill>
                  <a:latin typeface="Calibri (MS)"/>
                  <a:cs typeface="Calibri (MS)"/>
                </a:rPr>
                <a:t>Changes weekly. Drop this week’s song in — same frame, same type sizes.</a:t>
              </a:r>
            </a:p>
          </p:txBody>
        </p:sp>
      </p:gr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algn="l" marL="182880" indent="0">
              <a:lnSpc>
                <a:spcPts val="2200"/>
              </a:lnSpc>
            </a:pPr>
            <a:r>
              <a:rPr lang="en-US" sz="1800" b="1">
                <a:solidFill>
                  <a:srgbClr val="FFFFFF"/>
                </a:solidFill>
                <a:latin typeface="Calibri (MS)"/>
                <a:cs typeface="Calibri (MS)"/>
              </a:rPr>
              <a:t>• Class Song</a:t>
            </a:r>
          </a:p>
          <a:p>
            <a:pPr algn="l" marL="182880" indent="0">
              <a:lnSpc>
                <a:spcPts val="2200"/>
              </a:lnSpc>
            </a:pPr>
            <a:r>
              <a:rPr lang="en-US" sz="1800">
                <a:solidFill>
                  <a:srgbClr val="B8E3E6"/>
                </a:solidFill>
                <a:latin typeface="Calibri (MS)"/>
                <a:cs typeface="Calibri (MS)"/>
              </a:rPr>
              <a:t>• Birthday Blessings</a:t>
            </a:r>
          </a:p>
          <a:p>
            <a:pPr algn="l" marL="182880" indent="0">
              <a:lnSpc>
                <a:spcPts val="2200"/>
              </a:lnSpc>
            </a:pPr>
            <a:r>
              <a:rPr lang="en-US" sz="1800">
                <a:solidFill>
                  <a:srgbClr val="B8E3E6"/>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2004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Baruch atah, Adonai,</a:t>
            </a:r>
          </a:p>
          <a:p>
            <a:pPr algn="l">
              <a:lnSpc>
                <a:spcPts val="5760"/>
              </a:lnSpc>
            </a:pPr>
            <a:r>
              <a:rPr lang="en-US" sz="3600">
                <a:solidFill>
                  <a:srgbClr val="FFFFFF"/>
                </a:solidFill>
                <a:latin typeface="Calibri (MS)"/>
                <a:cs typeface="Calibri (MS)"/>
              </a:rPr>
              <a:t>Eloheinu Melech haolam,</a:t>
            </a:r>
          </a:p>
          <a:p>
            <a:pPr algn="l">
              <a:lnSpc>
                <a:spcPts val="5760"/>
              </a:lnSpc>
            </a:pPr>
            <a:r>
              <a:rPr lang="en-US" sz="3600">
                <a:solidFill>
                  <a:srgbClr val="FFFFFF"/>
                </a:solidFill>
                <a:latin typeface="Calibri (MS)"/>
                <a:cs typeface="Calibri (MS)"/>
              </a:rPr>
              <a:t>shehecheyanu v’kiy’manu</a:t>
            </a:r>
          </a:p>
          <a:p>
            <a:pPr algn="l">
              <a:lnSpc>
                <a:spcPts val="5760"/>
              </a:lnSpc>
            </a:pPr>
            <a:r>
              <a:rPr lang="en-US" sz="3600">
                <a:solidFill>
                  <a:srgbClr val="FFFFFF"/>
                </a:solidFill>
                <a:latin typeface="Calibri (MS)"/>
                <a:cs typeface="Calibri (MS)"/>
              </a:rPr>
              <a:t>v’higianu lazman hazeh.</a:t>
            </a:r>
          </a:p>
        </p:txBody>
      </p:sp>
      <p:sp>
        <p:nvSpPr>
          <p:cNvPr id="11" name="TextBox 11"/>
          <p:cNvSpPr txBox="1"/>
          <p:nvPr/>
        </p:nvSpPr>
        <p:spPr>
          <a:xfrm>
            <a:off x="8665588" y="1095006"/>
            <a:ext cx="5794490" cy="32004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שֶׁהֶחֱיָנוּ וְקִיְּמָנוּ</a:t>
            </a:r>
          </a:p>
          <a:p>
            <a:pPr algn="r" rtl="1">
              <a:lnSpc>
                <a:spcPts val="5760"/>
              </a:lnSpc>
            </a:pPr>
            <a:r>
              <a:rPr lang="he-IL" sz="4500">
                <a:solidFill>
                  <a:srgbClr val="FFFFFF"/>
                </a:solidFill>
                <a:latin typeface="David Libre"/>
                <a:ea typeface="David Libre"/>
                <a:cs typeface="David Libre"/>
                <a:sym typeface="David Libre"/>
                <a:rtl/>
              </a:rPr>
              <a:t>וְהִגִּיעָנוּ לַזְּמַן הַזֶּה.</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יוֹם הֻלֶּדֶת שָׂמֵחַ</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Birthday Blessings</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Blessed are You, Adonai our God, Sovereign of the universe, who has kept us alive, sustained us, and brought us to this season.</a:t>
              </a:r>
            </a:p>
          </p:txBody>
        </p:sp>
      </p:gr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algn="l" marL="182880" indent="0">
              <a:lnSpc>
                <a:spcPts val="2200"/>
              </a:lnSpc>
            </a:pPr>
            <a:r>
              <a:rPr lang="en-US" sz="1800">
                <a:solidFill>
                  <a:srgbClr val="B8E3E6"/>
                </a:solidFill>
                <a:latin typeface="Calibri (MS)"/>
                <a:cs typeface="Calibri (MS)"/>
              </a:rPr>
              <a:t>• Class Song</a:t>
            </a:r>
          </a:p>
          <a:p>
            <a:pPr algn="l" marL="182880" indent="0">
              <a:lnSpc>
                <a:spcPts val="2200"/>
              </a:lnSpc>
            </a:pPr>
            <a:r>
              <a:rPr lang="en-US" sz="1800" b="1">
                <a:solidFill>
                  <a:srgbClr val="FFFFFF"/>
                </a:solidFill>
                <a:latin typeface="Calibri (MS)"/>
                <a:cs typeface="Calibri (MS)"/>
              </a:rPr>
              <a:t>• Birthday Blessings</a:t>
            </a:r>
          </a:p>
          <a:p>
            <a:pPr algn="l" marL="182880" indent="0">
              <a:lnSpc>
                <a:spcPts val="2200"/>
              </a:lnSpc>
            </a:pPr>
            <a:r>
              <a:rPr lang="en-US" sz="1800">
                <a:solidFill>
                  <a:srgbClr val="B8E3E6"/>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11480" y="1020736"/>
            <a:ext cx="13990320" cy="1005840"/>
          </a:xfrm>
          <a:prstGeom prst="rect">
            <a:avLst/>
          </a:prstGeom>
        </p:spPr>
        <p:txBody>
          <a:bodyPr lIns="0" tIns="0" rIns="0" bIns="0" rtlCol="0" anchor="t"/>
          <a:lstStyle/>
          <a:p>
            <a:pPr algn="l">
              <a:lnSpc>
                <a:spcPts val="6400"/>
              </a:lnSpc>
            </a:pPr>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אֲבָנִים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Rocks</a:t>
            </a:r>
          </a:p>
        </p:txBody>
      </p:sp>
      <p:sp>
        <p:nvSpPr>
          <p:cNvPr id="4" name="Freeform 9">
            <a:extLst>
              <a:ext uri="{FF2B5EF4-FFF2-40B4-BE49-F238E27FC236}">
                <a16:creationId xmlns:a16="http://schemas.microsoft.com/office/drawing/2014/main" id="{590DD101-3657-41EF-745F-4F12FC835809}"/>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pic>
        <p:nvPicPr>
          <p:cNvPr id="11" name="Picture 10">
            <a:extLst>
              <a:ext uri="{FF2B5EF4-FFF2-40B4-BE49-F238E27FC236}">
                <a16:creationId xmlns:a16="http://schemas.microsoft.com/office/drawing/2014/main" id="{3D83D63B-33AC-94E4-FC0A-83F47F8915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64935" y="3274694"/>
            <a:ext cx="6655403" cy="5288932"/>
          </a:xfrm>
          <a:prstGeom prst="rect">
            <a:avLst/>
          </a:prstGeom>
        </p:spPr>
      </p:pic>
      <p:sp>
        <p:nvSpPr>
          <p:cNvPr id="14" name="TextBox 13">
            <a:extLst>
              <a:ext uri="{FF2B5EF4-FFF2-40B4-BE49-F238E27FC236}">
                <a16:creationId xmlns:a16="http://schemas.microsoft.com/office/drawing/2014/main" id="{E7B02E88-71F4-CCD5-3137-03B7BAD4A589}"/>
              </a:ext>
            </a:extLst>
          </p:cNvPr>
          <p:cNvSpPr txBox="1"/>
          <p:nvPr/>
        </p:nvSpPr>
        <p:spPr>
          <a:xfrm>
            <a:off x="1719823" y="835030"/>
            <a:ext cx="11373633" cy="2934137"/>
          </a:xfrm>
          <a:prstGeom prst="rect">
            <a:avLst/>
          </a:prstGeom>
          <a:noFill/>
          <a:ln w="3175"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“Teach us to count our days, </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so that we may acquire a wise and loving heart.”</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Psalm 90:12</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a:t>
            </a:r>
          </a:p>
        </p:txBody>
      </p:sp>
      <p:sp>
        <p:nvSpPr>
          <p:cNvPr id="16" name="Rectangle 15">
            <a:extLst>
              <a:ext uri="{FF2B5EF4-FFF2-40B4-BE49-F238E27FC236}">
                <a16:creationId xmlns:a16="http://schemas.microsoft.com/office/drawing/2014/main" id="{6EE7FF16-5EA6-C38E-22CD-4FC6B60299AF}"/>
              </a:ext>
            </a:extLst>
          </p:cNvPr>
          <p:cNvSpPr/>
          <p:nvPr/>
        </p:nvSpPr>
        <p:spPr>
          <a:xfrm>
            <a:off x="1907150" y="8928750"/>
            <a:ext cx="10570972" cy="1046440"/>
          </a:xfrm>
          <a:prstGeom prst="rect">
            <a:avLst/>
          </a:prstGeom>
        </p:spPr>
        <p:txBody>
          <a:bodyPr wrap="square">
            <a:spAutoFit/>
          </a:bodyPr>
          <a:lstStyle/>
          <a:p>
            <a:pPr marL="0" marR="0" lvl="0" indent="0" algn="ctr" defTabSz="457200" eaLnBrk="1" fontAlgn="auto" latinLnBrk="0" hangingPunct="1">
              <a:lnSpc>
                <a:spcPct val="100000"/>
              </a:lnSpc>
              <a:spcBef>
                <a:spcPts val="1200"/>
              </a:spcBef>
              <a:spcAft>
                <a:spcPts val="0"/>
              </a:spcAft>
              <a:buClrTx/>
              <a:buSzTx/>
              <a:buFontTx/>
              <a:buNone/>
              <a:tabLst/>
              <a:defRPr/>
            </a:pPr>
            <a:r>
              <a:rPr kumimoji="0" lang="he-IL" sz="4800" b="0" i="0" u="none" strike="noStrike" kern="0" cap="none" spc="0" normalizeH="0" baseline="0" noProof="0" dirty="0">
                <a:ln>
                  <a:noFill/>
                </a:ln>
                <a:solidFill>
                  <a:srgbClr val="DCDEE0"/>
                </a:solidFill>
                <a:effectLst/>
                <a:uLnTx/>
                <a:uFillTx/>
                <a:latin typeface="David Libre" panose="02040603050201020203" pitchFamily="18" charset="-79"/>
                <a:ea typeface="David Libre" panose="02040603050201020203" pitchFamily="18" charset="-79"/>
                <a:cs typeface="David Libre" panose="02040603050201020203" pitchFamily="18" charset="-79"/>
                <a:sym typeface="David Libre"/>
              </a:rPr>
              <a:t>לִמְנוֹת יָמֵינוּ, כֵּן הוֹדַע וְנָבִא, לְבַב חָכְמָה</a:t>
            </a:r>
            <a:endParaRPr kumimoji="0" lang="en-US" sz="4800" b="0" i="0" u="none" strike="noStrike" kern="0" cap="none" spc="0" normalizeH="0" baseline="0" noProof="0" dirty="0">
              <a:ln>
                <a:noFill/>
              </a:ln>
              <a:solidFill>
                <a:srgbClr val="DCDEE0"/>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a:p>
            <a:pPr marL="0" marR="0" lvl="0" indent="0" algn="ctr" defTabSz="457200" eaLnBrk="1" fontAlgn="auto" latinLnBrk="0" hangingPunct="1">
              <a:lnSpc>
                <a:spcPct val="100000"/>
              </a:lnSpc>
              <a:spcBef>
                <a:spcPts val="1200"/>
              </a:spcBef>
              <a:spcAft>
                <a:spcPts val="0"/>
              </a:spcAft>
              <a:buClrTx/>
              <a:buSzTx/>
              <a:buFontTx/>
              <a:buNone/>
              <a:tabLst/>
              <a:defRPr/>
            </a:pPr>
            <a:endParaRPr kumimoji="0" lang="en-US" sz="400" b="0" i="0" u="none" strike="noStrike" kern="0" cap="none" spc="0" normalizeH="0" baseline="0" noProof="0" dirty="0">
              <a:ln>
                <a:noFill/>
              </a:ln>
              <a:solidFill>
                <a:srgbClr val="83184E"/>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p:txBody>
      </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algn="l" marL="182880" indent="0">
              <a:lnSpc>
                <a:spcPts val="2200"/>
              </a:lnSpc>
            </a:pPr>
            <a:r>
              <a:rPr lang="en-US" sz="1800">
                <a:solidFill>
                  <a:srgbClr val="B8E3E6"/>
                </a:solidFill>
                <a:latin typeface="Calibri (MS)"/>
                <a:cs typeface="Calibri (MS)"/>
              </a:rPr>
              <a:t>• Class Song</a:t>
            </a:r>
          </a:p>
          <a:p>
            <a:pPr algn="l" marL="182880" indent="0">
              <a:lnSpc>
                <a:spcPts val="2200"/>
              </a:lnSpc>
            </a:pPr>
            <a:r>
              <a:rPr lang="en-US" sz="1800">
                <a:solidFill>
                  <a:srgbClr val="B8E3E6"/>
                </a:solidFill>
                <a:latin typeface="Calibri (MS)"/>
                <a:cs typeface="Calibri (MS)"/>
              </a:rPr>
              <a:t>• Birthday Blessings</a:t>
            </a:r>
          </a:p>
          <a:p>
            <a:pPr algn="l" marL="182880" indent="0">
              <a:lnSpc>
                <a:spcPts val="2200"/>
              </a:lnSpc>
            </a:pPr>
            <a:r>
              <a:rPr lang="en-US" sz="1800" b="1">
                <a:solidFill>
                  <a:srgbClr val="FFFFFF"/>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2468880"/>
          </a:xfrm>
          <a:prstGeom prst="rect">
            <a:avLst/>
          </a:prstGeom>
        </p:spPr>
        <p:txBody>
          <a:bodyPr lIns="0" tIns="0" rIns="0" bIns="0" rtlCol="0" anchor="t"/>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endParaRPr lang="en-US" sz="3600" dirty="0">
              <a:solidFill>
                <a:srgbClr val="FFFFFF"/>
              </a:solidFill>
              <a:latin typeface="Calibri (MS)"/>
              <a:ea typeface="Calibri (MS)"/>
              <a:cs typeface="Calibri (MS)"/>
              <a:sym typeface="Calibri (MS)"/>
            </a:endParaRPr>
          </a:p>
          <a:p>
            <a:pPr algn="l">
              <a:lnSpc>
                <a:spcPts val="5760"/>
              </a:lnSpc>
            </a:pPr>
            <a:endParaRPr lang="en-US" sz="3600" dirty="0">
              <a:solidFill>
                <a:srgbClr val="FFFFFF"/>
              </a:solidFill>
              <a:latin typeface="Calibri (MS)"/>
              <a:ea typeface="Calibri (MS)"/>
              <a:cs typeface="Calibri (MS)"/>
              <a:sym typeface="Calibri (MS)"/>
            </a:endParaRPr>
          </a:p>
          <a:p>
            <a:pPr algn="l">
              <a:lnSpc>
                <a:spcPts val="5760"/>
              </a:lnSpc>
            </a:pPr>
            <a:r>
              <a:rPr lang="en-US" sz="3600" dirty="0" err="1">
                <a:solidFill>
                  <a:srgbClr val="FFFFFF"/>
                </a:solidFill>
                <a:latin typeface="Calibri (MS)"/>
                <a:ea typeface="Calibri (MS)"/>
                <a:cs typeface="Calibri (MS)"/>
                <a:sym typeface="Calibri (MS)"/>
              </a:rPr>
              <a:t>ner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shel</a:t>
            </a:r>
            <a:r>
              <a:rPr lang="en-US" sz="3600" dirty="0">
                <a:solidFill>
                  <a:srgbClr val="FFFFFF"/>
                </a:solidFill>
                <a:latin typeface="Calibri (MS)"/>
                <a:ea typeface="Calibri (MS)"/>
                <a:cs typeface="Calibri (MS)"/>
                <a:sym typeface="Calibri (MS)"/>
              </a:rPr>
              <a:t> Shabbat.</a:t>
            </a:r>
          </a:p>
        </p:txBody>
      </p:sp>
      <p:sp>
        <p:nvSpPr>
          <p:cNvPr id="11" name="TextBox 11"/>
          <p:cNvSpPr txBox="1"/>
          <p:nvPr/>
        </p:nvSpPr>
        <p:spPr>
          <a:xfrm>
            <a:off x="8665588" y="1095006"/>
            <a:ext cx="5794490" cy="393192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לְהַדְלִיק</a:t>
            </a:r>
          </a:p>
          <a:p>
            <a:pPr algn="r" rtl="1">
              <a:lnSpc>
                <a:spcPts val="5760"/>
              </a:lnSpc>
            </a:pPr>
            <a:r>
              <a:rPr lang="he-IL" sz="4500">
                <a:solidFill>
                  <a:srgbClr val="FFFFFF"/>
                </a:solidFill>
                <a:latin typeface="David Libre"/>
                <a:ea typeface="David Libre"/>
                <a:cs typeface="David Libre"/>
                <a:sym typeface="David Libre"/>
                <a:rtl/>
              </a:rPr>
              <a:t>נֵר שֶׁל שַׁבָּת.</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הַדְלָקַת נֵרוֹת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Candle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Blessed are You, Adonai our God, Sovereign of all, who makes us holy with mitzvot and calls us to kindle the lights of Shabbat.</a:t>
            </a:r>
          </a:p>
        </p:txBody>
      </p:sp>
      <p:sp>
        <p:nvSpPr>
          <p:cNvPr id="4" name="Freeform 9">
            <a:extLst>
              <a:ext uri="{FF2B5EF4-FFF2-40B4-BE49-F238E27FC236}">
                <a16:creationId xmlns:a16="http://schemas.microsoft.com/office/drawing/2014/main" id="{5C1F008B-3415-12F1-D441-B119571F00E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pic>
        <p:nvPicPr>
          <p:cNvPr id="19" name="Picture 18">
            <a:extLst>
              <a:ext uri="{FF2B5EF4-FFF2-40B4-BE49-F238E27FC236}">
                <a16:creationId xmlns:a16="http://schemas.microsoft.com/office/drawing/2014/main" id="{86459C70-E407-4EAD-A5E9-414C5F2AC5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3743" y="4991100"/>
            <a:ext cx="2099024" cy="3257106"/>
          </a:xfrm>
          <a:prstGeom prst="rect">
            <a:avLst/>
          </a:prstGeom>
        </p:spPr>
      </p:pic>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b="1">
                <a:solidFill>
                  <a:srgbClr val="FFFFFF"/>
                </a:solidFill>
                <a:latin typeface="Calibri (MS)"/>
                <a:cs typeface="Calibri (MS)"/>
              </a:rPr>
              <a:t>• Candles</a:t>
            </a:r>
          </a:p>
          <a:p>
            <a:pPr algn="l" marL="182880" indent="0">
              <a:lnSpc>
                <a:spcPts val="2200"/>
              </a:lnSpc>
            </a:pPr>
            <a:r>
              <a:rPr lang="en-US" sz="1800">
                <a:solidFill>
                  <a:srgbClr val="B8E3E6"/>
                </a:solidFill>
                <a:latin typeface="Calibri (MS)"/>
                <a:cs typeface="Calibri (MS)"/>
              </a:rPr>
              <a:t>• Kiddush</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2468880"/>
          </a:xfrm>
          <a:prstGeom prst="rect">
            <a:avLst/>
          </a:prstGeom>
        </p:spPr>
        <p:txBody>
          <a:bodyPr lIns="0" tIns="0" rIns="0" bIns="0" rtlCol="0" anchor="t"/>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borei p’ri hagafen.</a:t>
            </a:r>
          </a:p>
        </p:txBody>
      </p:sp>
      <p:sp>
        <p:nvSpPr>
          <p:cNvPr id="11" name="TextBox 11"/>
          <p:cNvSpPr txBox="1"/>
          <p:nvPr/>
        </p:nvSpPr>
        <p:spPr>
          <a:xfrm>
            <a:off x="8665588" y="1095006"/>
            <a:ext cx="5794490" cy="246888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בּוֹרֵא פְּרִי הַגָּפֶן.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Creator of the fruit of the vine.</a:t>
            </a:r>
          </a:p>
        </p:txBody>
      </p:sp>
      <p:sp>
        <p:nvSpPr>
          <p:cNvPr id="4" name="Freeform 9">
            <a:extLst>
              <a:ext uri="{FF2B5EF4-FFF2-40B4-BE49-F238E27FC236}">
                <a16:creationId xmlns:a16="http://schemas.microsoft.com/office/drawing/2014/main" id="{3427B326-935C-5843-A9FE-22654C398D34}"/>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pic>
        <p:nvPicPr>
          <p:cNvPr id="8" name="Kiddush Cup">
            <a:extLst>
              <a:ext uri="{FF2B5EF4-FFF2-40B4-BE49-F238E27FC236}">
                <a16:creationId xmlns:a16="http://schemas.microsoft.com/office/drawing/2014/main" id="{0345A001-8C34-496F-0475-2BEC620EEE53}"/>
              </a:ext>
            </a:extLst>
          </p:cNvPr>
          <p:cNvPicPr/>
          <p:nvPr/>
        </p:nvPicPr>
        <p:blipFill>
          <a:blip r:embed="rId3"/>
          <a:stretch>
            <a:fillRect/>
          </a:stretch>
        </p:blipFill>
        <p:spPr>
          <a:xfrm>
            <a:off x="6929241" y="3214660"/>
            <a:ext cx="1627632" cy="2834463"/>
          </a:xfrm>
          <a:prstGeom prst="rect">
            <a:avLst/>
          </a:prstGeom>
        </p:spPr>
      </p:pic>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b="1">
                <a:solidFill>
                  <a:srgbClr val="FFFFFF"/>
                </a:solidFill>
                <a:latin typeface="Calibri (MS)"/>
                <a:cs typeface="Calibri (MS)"/>
              </a:rPr>
              <a:t>• Kiddush</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4" name="Freeform 9">
            <a:extLst>
              <a:ext uri="{FF2B5EF4-FFF2-40B4-BE49-F238E27FC236}">
                <a16:creationId xmlns:a16="http://schemas.microsoft.com/office/drawing/2014/main" id="{62C06A95-5B62-13FA-4FA5-F424ED7060A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sp>
        <p:nvSpPr>
          <p:cNvPr id="11" name="Baruch atah, Adonai…">
            <a:extLst>
              <a:ext uri="{FF2B5EF4-FFF2-40B4-BE49-F238E27FC236}">
                <a16:creationId xmlns:a16="http://schemas.microsoft.com/office/drawing/2014/main" id="{4D4DC33A-58E0-1777-6616-2CC9ED1D4B71}"/>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495912E-940F-13F6-89FA-AE0D3B027447}"/>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F3E8E8E8-9AEF-29D6-5DA4-93D5D959C26C}"/>
              </a:ext>
            </a:extLst>
          </p:cNvPr>
          <p:cNvSpPr txBox="1"/>
          <p:nvPr/>
        </p:nvSpPr>
        <p:spPr>
          <a:xfrm>
            <a:off x="408659" y="1020736"/>
            <a:ext cx="7772400" cy="4663440"/>
          </a:xfrm>
          <a:prstGeom prst="rect">
            <a:avLst/>
          </a:prstGeom>
        </p:spPr>
        <p:txBody>
          <a:bodyPr lIns="0" tIns="0" rIns="0" bIns="0" rtlCol="0" anchor="t"/>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dirty="0" err="1">
                <a:solidFill>
                  <a:srgbClr val="FFFFFF"/>
                </a:solidFill>
                <a:latin typeface="Calibri (MS)"/>
                <a:ea typeface="Calibri (MS)"/>
                <a:cs typeface="Calibri (MS)"/>
                <a:sym typeface="Calibri (MS)"/>
              </a:rPr>
              <a:t>asher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kid’shanu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b’mitzvotav</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v’ratzah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v’Shabbat</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kodsho</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hinchilanu</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zikaron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l’maaseih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v’reishit</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93B4002C-F53D-8A4D-D4F0-F959AF5D37D5}"/>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Praise to You, Adonai our God, Sovereign of the universe who, finding favor with us, sanctified us with mitzvot. In love and favor, You made the holy Shabbat our heritage as a reminder of the work of Creation.</a:t>
            </a:r>
          </a:p>
        </p:txBody>
      </p:sp>
      <p:sp>
        <p:nvSpPr>
          <p:cNvPr id="19" name="TextBox 12">
            <a:extLst>
              <a:ext uri="{FF2B5EF4-FFF2-40B4-BE49-F238E27FC236}">
                <a16:creationId xmlns:a16="http://schemas.microsoft.com/office/drawing/2014/main" id="{268BF3B4-B6C3-14CE-67A8-38B23D6F8BFF}"/>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D012F055-AA05-C376-A56E-AEE60AF9A593}"/>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21" name="Hebrew Body"/>
          <p:cNvSpPr txBox="1"/>
          <p:nvPr/>
        </p:nvSpPr>
        <p:spPr>
          <a:xfrm>
            <a:off x="8665588" y="1095006"/>
            <a:ext cx="5794490" cy="466344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וְרָצָה בָנוּ, וְשַׁבַּת קָדְשׁוֹ</a:t>
            </a:r>
          </a:p>
          <a:p>
            <a:pPr algn="r" rtl="1">
              <a:lnSpc>
                <a:spcPts val="5760"/>
              </a:lnSpc>
            </a:pPr>
            <a:r>
              <a:rPr lang="he-IL" sz="4500">
                <a:solidFill>
                  <a:srgbClr val="FFFFFF"/>
                </a:solidFill>
                <a:latin typeface="David Libre"/>
                <a:ea typeface="David Libre"/>
                <a:cs typeface="David Libre"/>
                <a:sym typeface="David Libre"/>
                <a:rtl/>
              </a:rPr>
              <a:t>בְּאַהֲבָה וּבְרָצוֹן הִנְחִילָנוּ,</a:t>
            </a:r>
          </a:p>
          <a:p>
            <a:pPr algn="r" rtl="1">
              <a:lnSpc>
                <a:spcPts val="5760"/>
              </a:lnSpc>
            </a:pPr>
            <a:r>
              <a:rPr lang="he-IL" sz="4500">
                <a:solidFill>
                  <a:srgbClr val="FFFFFF"/>
                </a:solidFill>
                <a:latin typeface="David Libre"/>
                <a:ea typeface="David Libre"/>
                <a:cs typeface="David Libre"/>
                <a:sym typeface="David Libre"/>
                <a:rtl/>
              </a:rPr>
              <a:t>זִכָּרוֹן לְמַעֲשֵׂה בְרֵאשִׁית.</a:t>
            </a:r>
          </a:p>
        </p:txBody>
      </p:sp>
      <p:pic>
        <p:nvPicPr>
          <p:cNvPr id="951" name="Kiddush Cup"/>
          <p:cNvPicPr/>
          <p:nvPr/>
        </p:nvPicPr>
        <p:blipFill>
          <a:blip r:embed="rId3"/>
          <a:stretch>
            <a:fillRect/>
          </a:stretch>
        </p:blipFill>
        <p:spPr>
          <a:xfrm>
            <a:off x="6929241" y="3214660"/>
            <a:ext cx="1627632" cy="2834463"/>
          </a:xfrm>
          <a:prstGeom prst="rect">
            <a:avLst/>
          </a:prstGeom>
        </p:spPr>
      </p:pic>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b="1">
                <a:solidFill>
                  <a:srgbClr val="FFFFFF"/>
                </a:solidFill>
                <a:latin typeface="Calibri (MS)"/>
                <a:cs typeface="Calibri (MS)"/>
              </a:rPr>
              <a:t>• Kiddush</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a:extLst>
            <a:ext uri="{FF2B5EF4-FFF2-40B4-BE49-F238E27FC236}">
              <a16:creationId xmlns:a16="http://schemas.microsoft.com/office/drawing/2014/main" id="{03626B1B-6CCC-CBC0-2544-2106103A9BF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F6178E-82AB-E3D1-24E1-8911F7C7AC2E}"/>
              </a:ext>
            </a:extLst>
          </p:cNvPr>
          <p:cNvGrpSpPr/>
          <p:nvPr/>
        </p:nvGrpSpPr>
        <p:grpSpPr>
          <a:xfrm>
            <a:off x="2257425" y="-28902"/>
            <a:ext cx="13773150" cy="742950"/>
            <a:chOff x="0" y="0"/>
            <a:chExt cx="13058987" cy="704427"/>
          </a:xfrm>
        </p:grpSpPr>
        <p:sp>
          <p:nvSpPr>
            <p:cNvPr id="3" name="Freeform 3">
              <a:extLst>
                <a:ext uri="{FF2B5EF4-FFF2-40B4-BE49-F238E27FC236}">
                  <a16:creationId xmlns:a16="http://schemas.microsoft.com/office/drawing/2014/main" id="{1DF15042-7D92-C0E4-90BC-6F3D76DE084C}"/>
                </a:ext>
              </a:extLst>
            </p:cNvPr>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a:extLst>
              <a:ext uri="{FF2B5EF4-FFF2-40B4-BE49-F238E27FC236}">
                <a16:creationId xmlns:a16="http://schemas.microsoft.com/office/drawing/2014/main" id="{25CADDFF-0A82-40A0-BE21-9E15A8E54CB7}"/>
              </a:ext>
            </a:extLst>
          </p:cNvPr>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a:extLst>
              <a:ext uri="{FF2B5EF4-FFF2-40B4-BE49-F238E27FC236}">
                <a16:creationId xmlns:a16="http://schemas.microsoft.com/office/drawing/2014/main" id="{7A76126F-1CC8-FB5B-FD5A-5C4893CAD8DC}"/>
              </a:ext>
            </a:extLst>
          </p:cNvPr>
          <p:cNvGrpSpPr/>
          <p:nvPr/>
        </p:nvGrpSpPr>
        <p:grpSpPr>
          <a:xfrm>
            <a:off x="14949576" y="675948"/>
            <a:ext cx="3338424" cy="9611052"/>
            <a:chOff x="0" y="0"/>
            <a:chExt cx="879256" cy="2531306"/>
          </a:xfrm>
        </p:grpSpPr>
        <p:sp>
          <p:nvSpPr>
            <p:cNvPr id="7" name="Freeform 7">
              <a:extLst>
                <a:ext uri="{FF2B5EF4-FFF2-40B4-BE49-F238E27FC236}">
                  <a16:creationId xmlns:a16="http://schemas.microsoft.com/office/drawing/2014/main" id="{B3E8A51F-8FF1-3D04-2FA4-EFD7344B9311}"/>
                </a:ext>
              </a:extLst>
            </p:cNvPr>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4" name="Freeform 9">
            <a:extLst>
              <a:ext uri="{FF2B5EF4-FFF2-40B4-BE49-F238E27FC236}">
                <a16:creationId xmlns:a16="http://schemas.microsoft.com/office/drawing/2014/main" id="{900C3294-7F2B-AFEB-4160-0B34C543E7A8}"/>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sp>
        <p:nvSpPr>
          <p:cNvPr id="11" name="Baruch atah, Adonai…">
            <a:extLst>
              <a:ext uri="{FF2B5EF4-FFF2-40B4-BE49-F238E27FC236}">
                <a16:creationId xmlns:a16="http://schemas.microsoft.com/office/drawing/2014/main" id="{FBDF162B-C9BC-CC70-F537-795E4C9A9772}"/>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9FC4290-26E4-BE2F-4E42-23BB77DF37CD}"/>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6DB65069-AFB5-1C23-5FE8-141255093B53}"/>
              </a:ext>
            </a:extLst>
          </p:cNvPr>
          <p:cNvSpPr txBox="1"/>
          <p:nvPr/>
        </p:nvSpPr>
        <p:spPr>
          <a:xfrm>
            <a:off x="408659" y="1020736"/>
            <a:ext cx="7772400" cy="4663440"/>
          </a:xfrm>
          <a:prstGeom prst="rect">
            <a:avLst/>
          </a:prstGeom>
        </p:spPr>
        <p:txBody>
          <a:bodyPr lIns="0" tIns="0" rIns="0" bIns="0" rtlCol="0" anchor="t"/>
          <a:lstStyle/>
          <a:p>
            <a:pPr algn="l">
              <a:lnSpc>
                <a:spcPts val="5760"/>
              </a:lnSpc>
            </a:pPr>
            <a:r>
              <a:rPr lang="en-US" sz="3600" dirty="0">
                <a:solidFill>
                  <a:srgbClr val="FFFFFF"/>
                </a:solidFill>
                <a:latin typeface="Calibri (MS)"/>
                <a:ea typeface="Calibri (MS)"/>
                <a:cs typeface="Calibri (MS)"/>
                <a:sym typeface="Calibri (MS)"/>
              </a:rPr>
              <a:t>Ki hu </a:t>
            </a:r>
            <a:r>
              <a:rPr lang="en-US" sz="3600" dirty="0" err="1">
                <a:solidFill>
                  <a:srgbClr val="FFFFFF"/>
                </a:solidFill>
                <a:latin typeface="Calibri (MS)"/>
                <a:ea typeface="Calibri (MS)"/>
                <a:cs typeface="Calibri (MS)"/>
                <a:sym typeface="Calibri (MS)"/>
              </a:rPr>
              <a:t>yom</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t’chilah</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l’mikra-ei</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kodesh</a:t>
            </a:r>
            <a:r>
              <a:rPr lang="en-US" sz="3600" dirty="0">
                <a:solidFill>
                  <a:srgbClr val="FFFFFF"/>
                </a:solidFill>
                <a:latin typeface="Calibri (MS)"/>
                <a:ea typeface="Calibri (MS)"/>
                <a:cs typeface="Calibri (MS)"/>
                <a:sym typeface="Calibri (MS)"/>
              </a:rPr>
              <a:t>, </a:t>
            </a:r>
          </a:p>
          <a:p>
            <a:pPr algn="l">
              <a:lnSpc>
                <a:spcPts val="5760"/>
              </a:lnSpc>
            </a:pPr>
            <a:r>
              <a:rPr lang="en-US" sz="3600">
                <a:solidFill>
                  <a:srgbClr val="FFFFFF"/>
                </a:solidFill>
                <a:latin typeface="Calibri (MS)"/>
                <a:ea typeface="Calibri (MS)"/>
                <a:cs typeface="Calibri (MS)"/>
                <a:sym typeface="Calibri (MS)"/>
              </a:rPr>
              <a:t>zeicher litziat Mitzrayim.</a:t>
            </a:r>
          </a:p>
          <a:p>
            <a:pPr algn="l">
              <a:lnSpc>
                <a:spcPts val="5760"/>
              </a:lnSpc>
            </a:pPr>
            <a:r>
              <a:rPr lang="en-US" sz="3600">
                <a:solidFill>
                  <a:srgbClr val="FFFFFF"/>
                </a:solidFill>
                <a:latin typeface="Calibri (MS)"/>
                <a:ea typeface="Calibri (MS)"/>
                <a:cs typeface="Calibri (MS)"/>
                <a:sym typeface="Calibri (MS)"/>
              </a:rPr>
              <a:t>Ki vanu vacharta v’otanu</a:t>
            </a:r>
          </a:p>
          <a:p>
            <a:pPr algn="l">
              <a:lnSpc>
                <a:spcPts val="5760"/>
              </a:lnSpc>
            </a:pPr>
            <a:r>
              <a:rPr lang="en-US" sz="3600">
                <a:solidFill>
                  <a:srgbClr val="FFFFFF"/>
                </a:solidFill>
                <a:latin typeface="Calibri (MS)"/>
                <a:ea typeface="Calibri (MS)"/>
                <a:cs typeface="Calibri (MS)"/>
                <a:sym typeface="Calibri (MS)"/>
              </a:rPr>
              <a:t>kidashta mikol haamim,</a:t>
            </a:r>
          </a:p>
          <a:p>
            <a:pPr algn="l">
              <a:lnSpc>
                <a:spcPts val="5760"/>
              </a:lnSpc>
            </a:pPr>
            <a:endParaRPr lang="en-US" sz="3600" dirty="0">
              <a:solidFill>
                <a:srgbClr val="FFFFFF"/>
              </a:solidFill>
              <a:latin typeface="Calibri (MS)"/>
              <a:ea typeface="Calibri (MS)"/>
              <a:cs typeface="Calibri (MS)"/>
              <a:sym typeface="Calibri (MS)"/>
            </a:endParaRP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hinchaltanu</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0F6DBB6B-842A-7840-F1D7-B445E2E18B93}"/>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As first among our sacred days, it recalls the Exodus from Egypt.  You chose us and set us apart from the peoples. In love and favor You have given us Your holy Shabbat as an inheritance. Praise to You, Adonai, who sanctifies Shabbat. </a:t>
            </a:r>
          </a:p>
        </p:txBody>
      </p:sp>
      <p:sp>
        <p:nvSpPr>
          <p:cNvPr id="19" name="TextBox 12">
            <a:extLst>
              <a:ext uri="{FF2B5EF4-FFF2-40B4-BE49-F238E27FC236}">
                <a16:creationId xmlns:a16="http://schemas.microsoft.com/office/drawing/2014/main" id="{28E978E9-A089-0987-FFFF-081307C89377}"/>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89338B2B-C1F9-3880-D4C8-09E691F0FAC2}"/>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0" name="Baruch atah, Adonai, m’kadeish HaShabbat.">
            <a:extLst>
              <a:ext uri="{FF2B5EF4-FFF2-40B4-BE49-F238E27FC236}">
                <a16:creationId xmlns:a16="http://schemas.microsoft.com/office/drawing/2014/main" id="{131D536A-ADB7-E7BC-6D69-ADD3EF6CFC14}"/>
              </a:ext>
            </a:extLst>
          </p:cNvPr>
          <p:cNvSpPr txBox="1">
            <a:spLocks/>
          </p:cNvSpPr>
          <p:nvPr/>
        </p:nvSpPr>
        <p:spPr>
          <a:xfrm>
            <a:off x="2803642" y="7572402"/>
            <a:ext cx="9366314" cy="63683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solidFill>
                  <a:schemeClr val="bg1"/>
                </a:solidFill>
              </a:rPr>
              <a:t>Baruch atah, Adonai, m’kadeish haShabbat.</a:t>
            </a:r>
          </a:p>
        </p:txBody>
      </p:sp>
      <p:sp>
        <p:nvSpPr>
          <p:cNvPr id="12" name="Praise to You, Adonai, who sanctifies Shabbat.">
            <a:extLst>
              <a:ext uri="{FF2B5EF4-FFF2-40B4-BE49-F238E27FC236}">
                <a16:creationId xmlns:a16="http://schemas.microsoft.com/office/drawing/2014/main" id="{E64C5203-8F3B-F4F4-A760-8DA4C1A28562}"/>
              </a:ext>
            </a:extLst>
          </p:cNvPr>
          <p:cNvSpPr txBox="1">
            <a:spLocks/>
          </p:cNvSpPr>
          <p:nvPr/>
        </p:nvSpPr>
        <p:spPr>
          <a:xfrm>
            <a:off x="2803642" y="8073360"/>
            <a:ext cx="9366314" cy="48218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1" name="Hebrew Body"/>
          <p:cNvSpPr txBox="1"/>
          <p:nvPr/>
        </p:nvSpPr>
        <p:spPr>
          <a:xfrm>
            <a:off x="8665588" y="1095006"/>
            <a:ext cx="5794490" cy="53949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כִּי הוּא יוֹם תְּחִלָּה</a:t>
            </a:r>
          </a:p>
          <a:p>
            <a:pPr algn="r" rtl="1">
              <a:lnSpc>
                <a:spcPts val="5760"/>
              </a:lnSpc>
            </a:pPr>
            <a:r>
              <a:rPr lang="he-IL" sz="4500">
                <a:solidFill>
                  <a:srgbClr val="FFFFFF"/>
                </a:solidFill>
                <a:latin typeface="David Libre"/>
                <a:ea typeface="David Libre"/>
                <a:cs typeface="David Libre"/>
                <a:sym typeface="David Libre"/>
                <a:rtl/>
              </a:rPr>
              <a:t>לְמִקְרָאֵי קֹדֶשׁ,</a:t>
            </a:r>
          </a:p>
          <a:p>
            <a:pPr algn="r" rtl="1">
              <a:lnSpc>
                <a:spcPts val="5760"/>
              </a:lnSpc>
            </a:pPr>
            <a:r>
              <a:rPr lang="he-IL" sz="4500">
                <a:solidFill>
                  <a:srgbClr val="FFFFFF"/>
                </a:solidFill>
                <a:latin typeface="David Libre"/>
                <a:ea typeface="David Libre"/>
                <a:cs typeface="David Libre"/>
                <a:sym typeface="David Libre"/>
                <a:rtl/>
              </a:rPr>
              <a:t>זֵכֶר לִיצִיאַת מִצְרָיִם.</a:t>
            </a:r>
          </a:p>
          <a:p>
            <a:pPr algn="r" rtl="1">
              <a:lnSpc>
                <a:spcPts val="5760"/>
              </a:lnSpc>
            </a:pPr>
            <a:r>
              <a:rPr lang="he-IL" sz="4500">
                <a:solidFill>
                  <a:srgbClr val="FFFFFF"/>
                </a:solidFill>
                <a:latin typeface="David Libre"/>
                <a:ea typeface="David Libre"/>
                <a:cs typeface="David Libre"/>
                <a:sym typeface="David Libre"/>
                <a:rtl/>
              </a:rPr>
              <a:t>כִּי בָנוּ בָחַרְתָּ וְאוֹתָנוּ</a:t>
            </a:r>
          </a:p>
          <a:p>
            <a:pPr algn="r" rtl="1">
              <a:lnSpc>
                <a:spcPts val="5760"/>
              </a:lnSpc>
            </a:pPr>
            <a:r>
              <a:rPr lang="he-IL" sz="4500">
                <a:solidFill>
                  <a:srgbClr val="FFFFFF"/>
                </a:solidFill>
                <a:latin typeface="David Libre"/>
                <a:ea typeface="David Libre"/>
                <a:cs typeface="David Libre"/>
                <a:sym typeface="David Libre"/>
                <a:rtl/>
              </a:rPr>
              <a:t>קִדַּשְׁתָּ מִכָּל הָעַמִּים,</a:t>
            </a:r>
          </a:p>
          <a:p>
            <a:pPr algn="r" rtl="1">
              <a:lnSpc>
                <a:spcPts val="5760"/>
              </a:lnSpc>
            </a:pPr>
            <a:r>
              <a:rPr lang="he-IL" sz="4500">
                <a:solidFill>
                  <a:srgbClr val="FFFFFF"/>
                </a:solidFill>
                <a:latin typeface="David Libre"/>
                <a:ea typeface="David Libre"/>
                <a:cs typeface="David Libre"/>
                <a:sym typeface="David Libre"/>
                <a:rtl/>
              </a:rPr>
              <a:t>וְשַׁבַּת קָדְשְׁךָ</a:t>
            </a:r>
          </a:p>
          <a:p>
            <a:pPr algn="r" rtl="1">
              <a:lnSpc>
                <a:spcPts val="5760"/>
              </a:lnSpc>
            </a:pPr>
            <a:r>
              <a:rPr lang="he-IL" sz="4500">
                <a:solidFill>
                  <a:srgbClr val="FFFFFF"/>
                </a:solidFill>
                <a:latin typeface="David Libre"/>
                <a:ea typeface="David Libre"/>
                <a:cs typeface="David Libre"/>
                <a:sym typeface="David Libre"/>
                <a:rtl/>
              </a:rPr>
              <a:t>בְּאַהֲבָה וּבְרָצוֹן הִנְחַלְתָּנוּ.</a:t>
            </a:r>
          </a:p>
        </p:txBody>
      </p:sp>
      <p:sp>
        <p:nvSpPr>
          <p:cNvPr id="22" name="Hebrew Chatimah"/>
          <p:cNvSpPr txBox="1"/>
          <p:nvPr/>
        </p:nvSpPr>
        <p:spPr>
          <a:xfrm>
            <a:off x="2803642" y="6705600"/>
            <a:ext cx="9366314" cy="813816"/>
          </a:xfrm>
          <a:prstGeom prst="rect">
            <a:avLst/>
          </a:prstGeom>
        </p:spPr>
        <p:txBody>
          <a:bodyPr lIns="0" tIns="0" rIns="0" bIns="0" rtlCol="0" anchor="t">
            <a:spAutoFit/>
          </a:bodyPr>
          <a:lstStyle/>
          <a:p>
            <a:pPr algn="ctr" rtl="1">
              <a:lnSpc>
                <a:spcPts val="5760"/>
              </a:lnSpc>
            </a:pPr>
            <a:r>
              <a:rPr lang="he-IL" sz="4500">
                <a:solidFill>
                  <a:srgbClr val="FFFFFF"/>
                </a:solidFill>
                <a:latin typeface="David Libre"/>
                <a:ea typeface="David Libre"/>
                <a:cs typeface="David Libre"/>
                <a:sym typeface="David Libre"/>
                <a:rtl/>
              </a:rPr>
              <a:t>בָּרוּךְ אַתָּה, יְיָ, מְקַדֵּשׁ הַשַּׁבָּת.</a:t>
            </a:r>
          </a:p>
        </p:txBody>
      </p:sp>
      <p:pic>
        <p:nvPicPr>
          <p:cNvPr id="8" name="Kiddush Cup">
            <a:extLst>
              <a:ext uri="{FF2B5EF4-FFF2-40B4-BE49-F238E27FC236}">
                <a16:creationId xmlns:a16="http://schemas.microsoft.com/office/drawing/2014/main" id="{FC17CA4C-DDF0-53B9-4047-F2A83A908DD4}"/>
              </a:ext>
            </a:extLst>
          </p:cNvPr>
          <p:cNvPicPr/>
          <p:nvPr/>
        </p:nvPicPr>
        <p:blipFill>
          <a:blip r:embed="rId3"/>
          <a:stretch>
            <a:fillRect/>
          </a:stretch>
        </p:blipFill>
        <p:spPr>
          <a:xfrm>
            <a:off x="6929241" y="3214660"/>
            <a:ext cx="1627632" cy="2834463"/>
          </a:xfrm>
          <a:prstGeom prst="rect">
            <a:avLst/>
          </a:prstGeom>
        </p:spPr>
      </p:pic>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b="1">
                <a:solidFill>
                  <a:srgbClr val="FFFFFF"/>
                </a:solidFill>
                <a:latin typeface="Calibri (MS)"/>
                <a:cs typeface="Calibri (MS)"/>
              </a:rPr>
              <a:t>• Kiddush</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extLst>
      <p:ext uri="{BB962C8B-B14F-4D97-AF65-F5344CB8AC3E}">
        <p14:creationId xmlns:p14="http://schemas.microsoft.com/office/powerpoint/2010/main" val="276495356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2468880"/>
          </a:xfrm>
          <a:prstGeom prst="rect">
            <a:avLst/>
          </a:prstGeom>
        </p:spPr>
        <p:txBody>
          <a:bodyPr lIns="0" tIns="0" rIns="0" bIns="0" rtlCol="0" anchor="t"/>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hamotzi lechem min haaretz.</a:t>
            </a:r>
          </a:p>
        </p:txBody>
      </p:sp>
      <p:sp>
        <p:nvSpPr>
          <p:cNvPr id="11" name="TextBox 11"/>
          <p:cNvSpPr txBox="1"/>
          <p:nvPr/>
        </p:nvSpPr>
        <p:spPr>
          <a:xfrm>
            <a:off x="8665588" y="1095006"/>
            <a:ext cx="5794490" cy="246888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הַמּוֹצִיא לֶחֶם מִן הָאָרֶץ.</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הַמּוֹצִיא</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Hamotzi</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who brings forth bread from the earth.</a:t>
            </a:r>
          </a:p>
        </p:txBody>
      </p:sp>
      <p:sp>
        <p:nvSpPr>
          <p:cNvPr id="4" name="Freeform 9">
            <a:extLst>
              <a:ext uri="{FF2B5EF4-FFF2-40B4-BE49-F238E27FC236}">
                <a16:creationId xmlns:a16="http://schemas.microsoft.com/office/drawing/2014/main" id="{93202261-E96D-1704-7E6A-046D74EB3A1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pic>
        <p:nvPicPr>
          <p:cNvPr id="19" name="Picture 18">
            <a:extLst>
              <a:ext uri="{FF2B5EF4-FFF2-40B4-BE49-F238E27FC236}">
                <a16:creationId xmlns:a16="http://schemas.microsoft.com/office/drawing/2014/main" id="{71E9A0ED-B5A5-C39B-C899-FEA276732E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7229" y="5481474"/>
            <a:ext cx="3581887" cy="1809034"/>
          </a:xfrm>
          <a:prstGeom prst="rect">
            <a:avLst/>
          </a:prstGeom>
        </p:spPr>
      </p:pic>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a:solidFill>
                  <a:srgbClr val="B8E3E6"/>
                </a:solidFill>
                <a:latin typeface="Calibri (MS)"/>
                <a:cs typeface="Calibri (MS)"/>
              </a:rPr>
              <a:t>• Kiddush</a:t>
            </a:r>
          </a:p>
          <a:p>
            <a:pPr algn="l" marL="182880" indent="0">
              <a:lnSpc>
                <a:spcPts val="2200"/>
              </a:lnSpc>
            </a:pPr>
            <a:r>
              <a:rPr lang="en-US" sz="1800" b="1">
                <a:solidFill>
                  <a:srgbClr val="FFFFFF"/>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3200400"/>
          </a:xfrm>
          <a:prstGeom prst="rect">
            <a:avLst/>
          </a:prstGeom>
        </p:spPr>
        <p:txBody>
          <a:bodyPr lIns="0" tIns="0" rIns="0" bIns="0" rtlCol="0" anchor="t"/>
          <a:lstStyle/>
          <a:p>
            <a:pPr algn="l">
              <a:lnSpc>
                <a:spcPts val="8000"/>
              </a:lnSpc>
            </a:pPr>
            <a:r>
              <a:rPr lang="en-US" sz="3600">
                <a:solidFill>
                  <a:srgbClr val="FFFFFF"/>
                </a:solidFill>
                <a:latin typeface="Calibri (MS)"/>
                <a:ea typeface="Calibri (MS)"/>
                <a:cs typeface="Calibri (MS)"/>
                <a:sym typeface="Calibri (MS)"/>
              </a:rPr>
              <a:t>Y’varech’cha Adonai v’yishm’recha.</a:t>
            </a:r>
          </a:p>
          <a:p>
            <a:pPr algn="l">
              <a:lnSpc>
                <a:spcPts val="8000"/>
              </a:lnSpc>
            </a:pPr>
            <a:r>
              <a:rPr lang="en-US" sz="3600">
                <a:solidFill>
                  <a:srgbClr val="FFFFFF"/>
                </a:solidFill>
                <a:latin typeface="Calibri (MS)"/>
                <a:ea typeface="Calibri (MS)"/>
                <a:cs typeface="Calibri (MS)"/>
                <a:sym typeface="Calibri (MS)"/>
              </a:rPr>
              <a:t>Ya’eir Adonai panav eilecha vichuneka.</a:t>
            </a:r>
          </a:p>
          <a:p>
            <a:pPr algn="l">
              <a:lnSpc>
                <a:spcPts val="8000"/>
              </a:lnSpc>
            </a:pPr>
            <a:r>
              <a:rPr lang="en-US" sz="3600" dirty="0">
                <a:solidFill>
                  <a:srgbClr val="FFFFFF"/>
                </a:solidFill>
                <a:latin typeface="Calibri (MS)"/>
                <a:ea typeface="Calibri (MS)"/>
                <a:cs typeface="Calibri (MS)"/>
                <a:sym typeface="Calibri (MS)"/>
              </a:rPr>
              <a:t>Yisa Adonai </a:t>
            </a:r>
            <a:r>
              <a:rPr lang="en-US" sz="3600" dirty="0" err="1">
                <a:solidFill>
                  <a:srgbClr val="FFFFFF"/>
                </a:solidFill>
                <a:latin typeface="Calibri (MS)"/>
                <a:ea typeface="Calibri (MS)"/>
                <a:cs typeface="Calibri (MS)"/>
                <a:sym typeface="Calibri (MS)"/>
              </a:rPr>
              <a:t>panav</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eilecha</a:t>
            </a:r>
            <a:endParaRPr lang="en-US" sz="3600" dirty="0">
              <a:solidFill>
                <a:srgbClr val="FFFFFF"/>
              </a:solidFill>
              <a:latin typeface="Calibri (MS)"/>
              <a:ea typeface="Calibri (MS)"/>
              <a:cs typeface="Calibri (MS)"/>
              <a:sym typeface="Calibri (MS)"/>
            </a:endParaRPr>
          </a:p>
          <a:p>
            <a:pPr algn="l">
              <a:lnSpc>
                <a:spcPts val="8000"/>
              </a:lnSpc>
            </a:pPr>
            <a:r>
              <a:rPr lang="en-US" sz="3600">
                <a:solidFill>
                  <a:srgbClr val="FFFFFF"/>
                </a:solidFill>
                <a:latin typeface="Calibri (MS)"/>
                <a:ea typeface="Calibri (MS)"/>
                <a:cs typeface="Calibri (MS)"/>
                <a:sym typeface="Calibri (MS)"/>
              </a:rPr>
              <a:t>v’yasem l’cha shalom.</a:t>
            </a:r>
          </a:p>
        </p:txBody>
      </p:sp>
      <p:sp>
        <p:nvSpPr>
          <p:cNvPr id="11" name="TextBox 11"/>
          <p:cNvSpPr txBox="1"/>
          <p:nvPr/>
        </p:nvSpPr>
        <p:spPr>
          <a:xfrm>
            <a:off x="8665588" y="992057"/>
            <a:ext cx="5794490" cy="3200400"/>
          </a:xfrm>
          <a:prstGeom prst="rect">
            <a:avLst/>
          </a:prstGeom>
        </p:spPr>
        <p:txBody>
          <a:bodyPr lIns="0" tIns="0" rIns="0" bIns="0" rtlCol="0" anchor="t"/>
          <a:lstStyle/>
          <a:p>
            <a:pPr algn="r" rtl="1">
              <a:lnSpc>
                <a:spcPts val="8000"/>
              </a:lnSpc>
            </a:pPr>
            <a:r>
              <a:rPr lang="he-IL" sz="4500" dirty="0">
                <a:solidFill>
                  <a:srgbClr val="FFFFFF"/>
                </a:solidFill>
                <a:latin typeface="David Libre"/>
                <a:ea typeface="David Libre"/>
                <a:cs typeface="David Libre"/>
                <a:sym typeface="David Libre"/>
                <a:rtl/>
              </a:rPr>
              <a:t>יְבָרֶכְךָ יְיָ</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וְיִשְׁמְרֶךָ.</a:t>
            </a:r>
          </a:p>
          <a:p>
            <a:pPr algn="r" rtl="1">
              <a:lnSpc>
                <a:spcPts val="8000"/>
              </a:lnSpc>
            </a:pPr>
            <a:r>
              <a:rPr lang="he-IL" sz="4500" dirty="0">
                <a:solidFill>
                  <a:srgbClr val="FFFFFF"/>
                </a:solidFill>
                <a:latin typeface="David Libre"/>
                <a:ea typeface="David Libre"/>
                <a:cs typeface="David Libre"/>
                <a:sym typeface="David Libre"/>
                <a:rtl/>
              </a:rPr>
              <a:t>יָאֵר יְיָ פָּנָיו אֵלֶיךָ</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וִיחֻנֶּךָּ.</a:t>
            </a:r>
          </a:p>
          <a:p>
            <a:pPr algn="r" rtl="1">
              <a:lnSpc>
                <a:spcPts val="8000"/>
              </a:lnSpc>
            </a:pPr>
            <a:r>
              <a:rPr lang="he-IL" sz="4500" dirty="0">
                <a:solidFill>
                  <a:srgbClr val="FFFFFF"/>
                </a:solidFill>
                <a:latin typeface="David Libre"/>
                <a:ea typeface="David Libre"/>
                <a:cs typeface="David Libre"/>
                <a:sym typeface="David Libre"/>
                <a:rtl/>
              </a:rPr>
              <a:t>יִשָּׂא יְיָ פָּנָיו אֵלֶיךָ</a:t>
            </a:r>
          </a:p>
          <a:p>
            <a:pPr algn="r" rtl="1">
              <a:lnSpc>
                <a:spcPts val="8000"/>
              </a:lnSpc>
            </a:pPr>
            <a:r>
              <a:rPr lang="he-IL" sz="4500" dirty="0">
                <a:solidFill>
                  <a:srgbClr val="FFFFFF"/>
                </a:solidFill>
                <a:latin typeface="David Libre"/>
                <a:ea typeface="David Libre"/>
                <a:cs typeface="David Libre"/>
                <a:sym typeface="David Libre"/>
                <a:rtl/>
              </a:rPr>
              <a:t>וְיָשֵׂם לְךָ שָׁלוֹם.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בִּרְכַּת כֹּהֲנִים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Priestly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ct val="150000"/>
              </a:lnSpc>
            </a:pPr>
            <a:r>
              <a:rPr lang="en-US" sz="3200" dirty="0">
                <a:solidFill>
                  <a:srgbClr val="FFFFFF"/>
                </a:solidFill>
                <a:latin typeface="Calibri (MS)"/>
                <a:ea typeface="Calibri (MS)"/>
                <a:cs typeface="Calibri (MS)"/>
                <a:sym typeface="Calibri (MS)"/>
              </a:rPr>
              <a:t>May God bless you and keep you. </a:t>
            </a:r>
          </a:p>
          <a:p>
            <a:pPr algn="l">
              <a:lnSpc>
                <a:spcPct val="150000"/>
              </a:lnSpc>
            </a:pPr>
            <a:r>
              <a:rPr lang="en-US" sz="3200" dirty="0">
                <a:solidFill>
                  <a:srgbClr val="FFFFFF"/>
                </a:solidFill>
                <a:latin typeface="Calibri (MS)"/>
                <a:ea typeface="Calibri (MS)"/>
                <a:cs typeface="Calibri (MS)"/>
                <a:sym typeface="Calibri (MS)"/>
              </a:rPr>
              <a:t>May God’s face shine upon you and be gracious to you. </a:t>
            </a:r>
          </a:p>
          <a:p>
            <a:pPr algn="l">
              <a:lnSpc>
                <a:spcPct val="150000"/>
              </a:lnSpc>
            </a:pPr>
            <a:r>
              <a:rPr lang="en-US" sz="3200" dirty="0">
                <a:solidFill>
                  <a:srgbClr val="FFFFFF"/>
                </a:solidFill>
                <a:latin typeface="Calibri (MS)"/>
                <a:ea typeface="Calibri (MS)"/>
                <a:cs typeface="Calibri (MS)"/>
                <a:sym typeface="Calibri (MS)"/>
              </a:rPr>
              <a:t>May God’s face shine upon you and bless you with peace.</a:t>
            </a:r>
          </a:p>
        </p:txBody>
      </p:sp>
      <p:sp>
        <p:nvSpPr>
          <p:cNvPr id="4" name="Freeform 9">
            <a:extLst>
              <a:ext uri="{FF2B5EF4-FFF2-40B4-BE49-F238E27FC236}">
                <a16:creationId xmlns:a16="http://schemas.microsoft.com/office/drawing/2014/main" id="{283C8662-BFE4-CF04-788C-C6D26C64917E}"/>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pic>
        <p:nvPicPr>
          <p:cNvPr id="19" name="Picture 18">
            <a:extLst>
              <a:ext uri="{FF2B5EF4-FFF2-40B4-BE49-F238E27FC236}">
                <a16:creationId xmlns:a16="http://schemas.microsoft.com/office/drawing/2014/main" id="{0C1B6AD8-46A8-F607-DE84-395BDF1C91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3183" y="4989836"/>
            <a:ext cx="2108200" cy="2480235"/>
          </a:xfrm>
          <a:prstGeom prst="rect">
            <a:avLst/>
          </a:prstGeom>
        </p:spPr>
      </p:pic>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algn="l" marL="182880" indent="0">
              <a:lnSpc>
                <a:spcPts val="2200"/>
              </a:lnSpc>
            </a:pPr>
            <a:r>
              <a:rPr lang="en-US" sz="1800" b="1">
                <a:solidFill>
                  <a:srgbClr val="FFFFFF"/>
                </a:solidFill>
                <a:latin typeface="Calibri (MS)"/>
                <a:cs typeface="Calibri (MS)"/>
              </a:rPr>
              <a:t>• Priestly Blessing</a:t>
            </a:r>
          </a:p>
          <a:p>
            <a:pPr algn="l" marL="182880" indent="0">
              <a:lnSpc>
                <a:spcPts val="2200"/>
              </a:lnSpc>
            </a:pPr>
            <a:r>
              <a:rPr lang="en-US" sz="1800">
                <a:solidFill>
                  <a:srgbClr val="B8E3E6"/>
                </a:solidFill>
                <a:latin typeface="Calibri (MS)"/>
                <a:cs typeface="Calibri (MS)"/>
              </a:rPr>
              <a:t>• Shofar Blessing</a:t>
            </a:r>
          </a:p>
          <a:p>
            <a:pPr algn="l" marL="182880" indent="0">
              <a:lnSpc>
                <a:spcPts val="2200"/>
              </a:lnSpc>
            </a:pPr>
            <a:r>
              <a:rPr lang="en-US" sz="1800">
                <a:solidFill>
                  <a:srgbClr val="B8E3E6"/>
                </a:solidFill>
                <a:latin typeface="Calibri (MS)"/>
                <a:cs typeface="Calibri (MS)"/>
              </a:rPr>
              <a:t>• Turn the World Around</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2004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Baruch atah, Adonai,</a:t>
            </a:r>
          </a:p>
          <a:p>
            <a:pPr algn="l">
              <a:lnSpc>
                <a:spcPts val="5760"/>
              </a:lnSpc>
            </a:pPr>
            <a:r>
              <a:rPr lang="en-US" sz="3600">
                <a:solidFill>
                  <a:srgbClr val="FFFFFF"/>
                </a:solidFill>
                <a:latin typeface="Calibri (MS)"/>
                <a:cs typeface="Calibri (MS)"/>
              </a:rPr>
              <a:t>Eloheinu Melech haolam,</a:t>
            </a:r>
          </a:p>
          <a:p>
            <a:pPr algn="l">
              <a:lnSpc>
                <a:spcPts val="5760"/>
              </a:lnSpc>
            </a:pPr>
            <a:r>
              <a:rPr lang="en-US" sz="3600">
                <a:solidFill>
                  <a:srgbClr val="FFFFFF"/>
                </a:solidFill>
                <a:latin typeface="Calibri (MS)"/>
                <a:cs typeface="Calibri (MS)"/>
              </a:rPr>
              <a:t>asher kid’shanu b’mitzvotav</a:t>
            </a:r>
          </a:p>
          <a:p>
            <a:pPr algn="l">
              <a:lnSpc>
                <a:spcPts val="5760"/>
              </a:lnSpc>
            </a:pPr>
            <a:r>
              <a:rPr lang="en-US" sz="3600">
                <a:solidFill>
                  <a:srgbClr val="FFFFFF"/>
                </a:solidFill>
                <a:latin typeface="Calibri (MS)"/>
                <a:cs typeface="Calibri (MS)"/>
              </a:rPr>
              <a:t>v’tzivanu lishmoa kol shofar.</a:t>
            </a:r>
          </a:p>
        </p:txBody>
      </p:sp>
      <p:sp>
        <p:nvSpPr>
          <p:cNvPr id="11" name="TextBox 11"/>
          <p:cNvSpPr txBox="1"/>
          <p:nvPr/>
        </p:nvSpPr>
        <p:spPr>
          <a:xfrm>
            <a:off x="8665588" y="1095006"/>
            <a:ext cx="5794490" cy="32004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לִשְׁמֹעַ קוֹל שׁוֹפָר.</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תְּקִיעַת שׁוֹפָר</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Shofar Blessing</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Blessed are You, Adonai our God, Sovereign of the universe, who makes us holy with mitzvot and calls us to hear the sound of the shofar.</a:t>
              </a:r>
            </a:p>
          </p:txBody>
        </p:sp>
      </p:grpSp>
      <p:pic>
        <p:nvPicPr>
          <p:cNvPr id="950" name="Shofar"/>
          <p:cNvPicPr/>
          <p:nvPr/>
        </p:nvPicPr>
        <p:blipFill>
          <a:blip r:embed="rId3"/>
          <a:stretch>
            <a:fillRect/>
          </a:stretch>
        </p:blipFill>
        <p:spPr>
          <a:xfrm>
            <a:off x="5486400" y="5120640"/>
            <a:ext cx="4114800" cy="2637790"/>
          </a:xfrm>
          <a:prstGeom prst="rect">
            <a:avLst/>
          </a:prstGeom>
        </p:spPr>
      </p:pic>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algn="l" marL="182880" indent="0">
              <a:lnSpc>
                <a:spcPts val="2200"/>
              </a:lnSpc>
            </a:pPr>
            <a:r>
              <a:rPr lang="en-US" sz="1800">
                <a:solidFill>
                  <a:srgbClr val="B8E3E6"/>
                </a:solidFill>
                <a:latin typeface="Calibri (MS)"/>
                <a:cs typeface="Calibri (MS)"/>
              </a:rPr>
              <a:t>• Priestly Blessing</a:t>
            </a:r>
          </a:p>
          <a:p>
            <a:pPr algn="l" marL="182880" indent="0">
              <a:lnSpc>
                <a:spcPts val="2200"/>
              </a:lnSpc>
            </a:pPr>
            <a:r>
              <a:rPr lang="en-US" sz="1800" b="1">
                <a:solidFill>
                  <a:srgbClr val="FFFFFF"/>
                </a:solidFill>
                <a:latin typeface="Calibri (MS)"/>
                <a:cs typeface="Calibri (MS)"/>
              </a:rPr>
              <a:t>• Shofar Blessing</a:t>
            </a:r>
          </a:p>
          <a:p>
            <a:pPr algn="l" marL="182880" indent="0">
              <a:lnSpc>
                <a:spcPts val="2200"/>
              </a:lnSpc>
            </a:pPr>
            <a:r>
              <a:rPr lang="en-US" sz="1800">
                <a:solidFill>
                  <a:srgbClr val="B8E3E6"/>
                </a:solidFill>
                <a:latin typeface="Calibri (MS)"/>
                <a:cs typeface="Calibri (MS)"/>
              </a:rPr>
              <a:t>• Turn the World Around</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005840"/>
          </a:xfrm>
          <a:prstGeom prst="rect">
            <a:avLst/>
          </a:prstGeom>
        </p:spPr>
        <p:txBody>
          <a:bodyPr lIns="0" tIns="0" rIns="0" bIns="0" rtlCol="0" anchor="t"/>
          <a:lstStyle/>
          <a:p>
            <a:pPr algn="l">
              <a:lnSpc>
                <a:spcPts val="5760"/>
              </a:lnSpc>
            </a:pPr>
            <a:r>
              <a:rPr lang="en-US" sz="3600">
                <a:solidFill>
                  <a:srgbClr val="B8E3E6"/>
                </a:solidFill>
                <a:latin typeface="Calibri (MS)"/>
                <a:cs typeface="Calibri (MS)"/>
              </a:rPr>
              <a:t>[ Turn the World Around — Harry Belafonte ]</a:t>
            </a:r>
          </a:p>
        </p:txBody>
      </p:sp>
      <p:sp>
        <p:nvSpPr>
          <p:cNvPr id="11" name="TextBox 11"/>
          <p:cNvSpPr txBox="1"/>
          <p:nvPr/>
        </p:nvSpPr>
        <p:spPr>
          <a:xfrm>
            <a:off x="8665588" y="1095006"/>
            <a:ext cx="5794490" cy="1005840"/>
          </a:xfrm>
          <a:prstGeom prst="rect">
            <a:avLst/>
          </a:prstGeom>
        </p:spPr>
        <p:txBody>
          <a:bodyPr lIns="0" tIns="0" rIns="0" bIns="0" rtlCol="0" anchor="t"/>
          <a:lstStyle/>
          <a:p>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endParaRP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Turn the World Around</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B8E3E6"/>
                  </a:solidFill>
                  <a:latin typeface="Calibri (MS)"/>
                  <a:cs typeface="Calibri (MS)"/>
                </a:rPr>
                <a:t>Belafonte’s lyric is copyrighted, so it is not reproduced here. Paste in the school’s existing slide.</a:t>
              </a:r>
            </a:p>
          </p:txBody>
        </p:sp>
      </p:gr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algn="l" marL="182880" indent="0">
              <a:lnSpc>
                <a:spcPts val="2200"/>
              </a:lnSpc>
            </a:pPr>
            <a:r>
              <a:rPr lang="en-US" sz="1800">
                <a:solidFill>
                  <a:srgbClr val="B8E3E6"/>
                </a:solidFill>
                <a:latin typeface="Calibri (MS)"/>
                <a:cs typeface="Calibri (MS)"/>
              </a:rPr>
              <a:t>• Priestly Blessing</a:t>
            </a:r>
          </a:p>
          <a:p>
            <a:pPr algn="l" marL="182880" indent="0">
              <a:lnSpc>
                <a:spcPts val="2200"/>
              </a:lnSpc>
            </a:pPr>
            <a:r>
              <a:rPr lang="en-US" sz="1800">
                <a:solidFill>
                  <a:srgbClr val="B8E3E6"/>
                </a:solidFill>
                <a:latin typeface="Calibri (MS)"/>
                <a:cs typeface="Calibri (MS)"/>
              </a:rPr>
              <a:t>• Shofar Blessing</a:t>
            </a:r>
          </a:p>
          <a:p>
            <a:pPr algn="l" marL="182880" indent="0">
              <a:lnSpc>
                <a:spcPts val="2200"/>
              </a:lnSpc>
            </a:pPr>
            <a:r>
              <a:rPr lang="en-US" sz="1800" b="1">
                <a:solidFill>
                  <a:srgbClr val="FFFFFF"/>
                </a:solidFill>
                <a:latin typeface="Calibri (MS)"/>
                <a:cs typeface="Calibri (MS)"/>
              </a:rPr>
              <a:t>• Turn the World Around</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1F70"/>
        </a:solidFill>
        <a:effectLst/>
      </p:bgPr>
    </p:bg>
    <p:spTree>
      <p:nvGrpSpPr>
        <p:cNvPr id="1" name=""/>
        <p:cNvGrpSpPr/>
        <p:nvPr/>
      </p:nvGrpSpPr>
      <p:grpSpPr>
        <a:xfrm>
          <a:off x="0" y="0"/>
          <a:ext cx="0" cy="0"/>
          <a:chOff x="0" y="0"/>
          <a:chExt cx="0" cy="0"/>
        </a:xfrm>
      </p:grpSpPr>
      <p:pic>
        <p:nvPicPr>
          <p:cNvPr id="2" name="Davis Mark" descr="davis_mark_teal.png"/>
          <p:cNvPicPr>
            <a:picLocks noChangeAspect="1"/>
          </p:cNvPicPr>
          <p:nvPr/>
        </p:nvPicPr>
        <p:blipFill>
          <a:blip r:embed="rId2"/>
          <a:stretch>
            <a:fillRect/>
          </a:stretch>
        </p:blipFill>
        <p:spPr>
          <a:xfrm>
            <a:off x="0" y="320040"/>
            <a:ext cx="3291840" cy="2008924"/>
          </a:xfrm>
          <a:prstGeom prst="rect">
            <a:avLst/>
          </a:prstGeom>
          <a:effectLst/>
        </p:spPr>
      </p:pic>
      <p:sp>
        <p:nvSpPr>
          <p:cNvPr id="3" name="TextBox 8">
            <a:extLst>
              <a:ext uri="{FF2B5EF4-FFF2-40B4-BE49-F238E27FC236}">
                <a16:creationId xmlns:a16="http://schemas.microsoft.com/office/drawing/2014/main" id="{DD7D6630-F848-2628-844E-70739E888757}"/>
              </a:ext>
            </a:extLst>
          </p:cNvPr>
          <p:cNvSpPr txBox="1"/>
          <p:nvPr/>
        </p:nvSpPr>
        <p:spPr>
          <a:xfrm>
            <a:off x="4124650" y="1943100"/>
            <a:ext cx="10038699" cy="2128916"/>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18153"/>
              </a:lnSpc>
            </a:pPr>
            <a:r>
              <a:rPr lang="en-US" sz="12000" dirty="0">
                <a:solidFill>
                  <a:srgbClr val="FFFFFF"/>
                </a:solidFill>
                <a:latin typeface="TT Berlinerins"/>
                <a:ea typeface="TT Berlinerins"/>
                <a:cs typeface="TT Berlinerins"/>
                <a:sym typeface="TT Berlinerins"/>
              </a:rPr>
              <a:t>Shabbat Shalom!</a:t>
            </a:r>
          </a:p>
        </p:txBody>
      </p:sp>
      <p:sp>
        <p:nvSpPr>
          <p:cNvPr id="5" name="TextBox 4">
            <a:extLst>
              <a:ext uri="{FF2B5EF4-FFF2-40B4-BE49-F238E27FC236}">
                <a16:creationId xmlns:a16="http://schemas.microsoft.com/office/drawing/2014/main" id="{D8F0A4F7-FDC7-40EF-F544-3893F8E1C2B0}"/>
              </a:ext>
            </a:extLst>
          </p:cNvPr>
          <p:cNvSpPr txBox="1"/>
          <p:nvPr/>
        </p:nvSpPr>
        <p:spPr>
          <a:xfrm>
            <a:off x="4540102" y="4828565"/>
            <a:ext cx="9207794" cy="1055032"/>
          </a:xfrm>
          <a:prstGeom prst="rect">
            <a:avLst/>
          </a:prstGeom>
          <a:noFill/>
          <a:effectLst>
            <a:outerShdw blurRad="50800" dist="38100" dir="2700000" algn="tl" rotWithShape="0">
              <a:prstClr val="black">
                <a:alpha val="40000"/>
              </a:prstClr>
            </a:outerShdw>
          </a:effectLst>
        </p:spPr>
        <p:txBody>
          <a:bodyPr wrap="square">
            <a:spAutoFit/>
          </a:bodyPr>
          <a:lstStyle/>
          <a:p>
            <a:pPr algn="ctr" rtl="1">
              <a:lnSpc>
                <a:spcPts val="5760"/>
              </a:lnSpc>
            </a:pPr>
            <a:r>
              <a:rPr lang="he-IL" sz="12000" b="1" dirty="0">
                <a:solidFill>
                  <a:srgbClr val="FFFFFF"/>
                </a:solidFill>
                <a:latin typeface="David Libre"/>
                <a:ea typeface="David Libre"/>
                <a:cs typeface="David Libre"/>
                <a:sym typeface="David Libre"/>
                <a:rtl/>
              </a:rPr>
              <a:t>שַׁבָּת שָׁלוֹם!</a:t>
            </a:r>
          </a:p>
        </p:txBody>
      </p:sp>
      <p:grpSp>
        <p:nvGrpSpPr>
          <p:cNvPr id="12" name="Group 5">
            <a:extLst>
              <a:ext uri="{FF2B5EF4-FFF2-40B4-BE49-F238E27FC236}">
                <a16:creationId xmlns:a16="http://schemas.microsoft.com/office/drawing/2014/main" id="{A80B6DE9-D90A-D53C-E5EC-38E899D25299}"/>
              </a:ext>
            </a:extLst>
          </p:cNvPr>
          <p:cNvGrpSpPr>
            <a:grpSpLocks noChangeAspect="1"/>
          </p:cNvGrpSpPr>
          <p:nvPr/>
        </p:nvGrpSpPr>
        <p:grpSpPr>
          <a:xfrm>
            <a:off x="14782800" y="6819900"/>
            <a:ext cx="3257550" cy="3257550"/>
            <a:chOff x="0" y="0"/>
            <a:chExt cx="3088640" cy="3088640"/>
          </a:xfrm>
        </p:grpSpPr>
        <p:sp>
          <p:nvSpPr>
            <p:cNvPr id="13" name="Freeform 6">
              <a:extLst>
                <a:ext uri="{FF2B5EF4-FFF2-40B4-BE49-F238E27FC236}">
                  <a16:creationId xmlns:a16="http://schemas.microsoft.com/office/drawing/2014/main" id="{BED64E8C-5964-5339-08D2-2C78A93FBCDC}"/>
                </a:ext>
              </a:extLst>
            </p:cNvPr>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14" name="TextBox 7">
            <a:extLst>
              <a:ext uri="{FF2B5EF4-FFF2-40B4-BE49-F238E27FC236}">
                <a16:creationId xmlns:a16="http://schemas.microsoft.com/office/drawing/2014/main" id="{A66D0AEF-A17F-9AF1-1A3E-5B8F010E4A65}"/>
              </a:ext>
            </a:extLst>
          </p:cNvPr>
          <p:cNvSpPr txBox="1"/>
          <p:nvPr/>
        </p:nvSpPr>
        <p:spPr>
          <a:xfrm>
            <a:off x="8534400" y="8838178"/>
            <a:ext cx="5899297" cy="1239272"/>
          </a:xfrm>
          <a:prstGeom prst="rect">
            <a:avLst/>
          </a:prstGeom>
        </p:spPr>
        <p:txBody>
          <a:bodyPr wrap="square" lIns="0" tIns="0" rIns="0" bIns="0" rtlCol="0" anchor="b">
            <a:spAutoFit/>
          </a:bodyPr>
          <a:lstStyle/>
          <a:p>
            <a:pPr algn="r">
              <a:lnSpc>
                <a:spcPts val="4829"/>
              </a:lnSpc>
            </a:pPr>
            <a:r>
              <a:rPr lang="en-US" sz="4024" dirty="0">
                <a:solidFill>
                  <a:schemeClr val="bg1"/>
                </a:solidFill>
                <a:latin typeface="Calibri (MS)"/>
                <a:ea typeface="Calibri (MS)"/>
                <a:cs typeface="Calibri (MS)"/>
                <a:sym typeface="Calibri (MS)"/>
              </a:rPr>
              <a:t>Learn the Davis Academy Shabbat prayers and songs!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afterEffect">
                                  <p:stCondLst>
                                    <p:cond delay="0"/>
                                  </p:stCondLst>
                                  <p:childTnLst>
                                    <p:animMotion origin="layout" path="M 0 0 L 0.545745 0.773601 L 0.820000 0.384840 L 0.526563 -0.031111 L 0.000000 0.715300 L 0.041129 0.773601 L 0.608822 -0.031111 L 0.820000 0.268237 L 0.463486 0.773601 L 0.000000 0.116603 L 0.104206 -0.031111 L 0.671899 0.773601 L 0.820000 0.563665 L 0.400409 -0.031111 L 0.000000 0.536475 L 0.167283 0.773601 L 0.734975 -0.031111 L 0.820000 0.089412 L 0.337332 0.773601 L 0.000000 0.295428 L 0.230360 -0.031111 L 0.798052 0.773601 L 0.820000 0.742490 L 0.274255 -0.031111 L 0.000000 0.357650 L 0.293437 0.773601 L 0.820000 0.027190 L 0.778871 -0.031111 L 0.211178 0.773601 L 0.000000 0.474253 L 0.356514 -0.031111 L 0.820000 0.625887 L 0.715794 0.773601 L 0.148101 -0.031111 L 0.000000 0.178825 L 0.419591 0.773601 L 0.820000 0.206015 L 0.652717 -0.031111 L 0.085025 0.773601 L 0.000000 0.653078 L 0.482668 -0.031111 L 0.820000 0.447062 L 0.589640 0.773601 L 0.021948 -0.031111 L 0.000000 0.000000 E" pathEditMode="relative" rAng="0" ptsTypes="">
                                      <p:cBhvr>
                                        <p:cTn id="6" dur="524160" repeatCount="indefinite" fill="hold"/>
                                        <p:tgtEl>
                                          <p:spTgt spid="2"/>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93192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A thought has blown the marketplace away,</a:t>
            </a:r>
          </a:p>
          <a:p>
            <a:pPr algn="l">
              <a:lnSpc>
                <a:spcPts val="5760"/>
              </a:lnSpc>
            </a:pPr>
            <a:r>
              <a:rPr lang="en-US" sz="3600">
                <a:solidFill>
                  <a:srgbClr val="FFFFFF"/>
                </a:solidFill>
                <a:latin typeface="Calibri (MS)"/>
                <a:cs typeface="Calibri (MS)"/>
              </a:rPr>
              <a:t>there is a song on the wind and joy in the trees.</a:t>
            </a:r>
          </a:p>
          <a:p>
            <a:pPr algn="l">
              <a:lnSpc>
                <a:spcPts val="5760"/>
              </a:lnSpc>
            </a:pPr>
            <a:r>
              <a:rPr lang="en-US" sz="3600">
                <a:solidFill>
                  <a:srgbClr val="FFFFFF"/>
                </a:solidFill>
                <a:latin typeface="Calibri (MS)"/>
                <a:cs typeface="Calibri (MS)"/>
              </a:rPr>
              <a:t>Shabbat has arrived in the world,</a:t>
            </a:r>
          </a:p>
          <a:p>
            <a:pPr algn="l">
              <a:lnSpc>
                <a:spcPts val="5760"/>
              </a:lnSpc>
            </a:pPr>
            <a:r>
              <a:rPr lang="en-US" sz="3600">
                <a:solidFill>
                  <a:srgbClr val="FFFFFF"/>
                </a:solidFill>
                <a:latin typeface="Calibri (MS)"/>
                <a:cs typeface="Calibri (MS)"/>
              </a:rPr>
              <a:t>scattering a song in the silence of the night,</a:t>
            </a:r>
          </a:p>
          <a:p>
            <a:pPr algn="l">
              <a:lnSpc>
                <a:spcPts val="5760"/>
              </a:lnSpc>
            </a:pPr>
            <a:r>
              <a:rPr lang="en-US" sz="3600">
                <a:solidFill>
                  <a:srgbClr val="FFFFFF"/>
                </a:solidFill>
                <a:latin typeface="Calibri (MS)"/>
                <a:cs typeface="Calibri (MS)"/>
              </a:rPr>
              <a:t>and eternity utters a day. (2x)</a:t>
            </a:r>
          </a:p>
        </p:txBody>
      </p:sp>
      <p:sp>
        <p:nvSpPr>
          <p:cNvPr id="11" name="TextBox 11"/>
          <p:cNvSpPr txBox="1"/>
          <p:nvPr/>
        </p:nvSpPr>
        <p:spPr>
          <a:xfrm>
            <a:off x="8665588" y="1095006"/>
            <a:ext cx="5794490" cy="1005840"/>
          </a:xfrm>
          <a:prstGeom prst="rect">
            <a:avLst/>
          </a:prstGeom>
        </p:spPr>
        <p:txBody>
          <a:bodyPr lIns="0" tIns="0" rIns="0" bIns="0" rtlCol="0" anchor="t"/>
          <a:lstStyle/>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עֲמִידָה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Eternity Utters a Day</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“Eternity Utters a Day” — Dan Nichols, on Psalm 51:17</a:t>
              </a:r>
            </a:p>
          </p:txBody>
        </p:sp>
      </p:grpSp>
      <p:sp>
        <p:nvSpPr>
          <p:cNvPr id="900" name="Service Nav"/>
          <p:cNvSpPr txBox="1"/>
          <p:nvPr/>
        </p:nvSpPr>
        <p:spPr>
          <a:xfrm>
            <a:off x="15167006" y="1024128"/>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a:solidFill>
                  <a:srgbClr val="B8E3E6"/>
                </a:solidFill>
                <a:latin typeface="Calibri (MS)"/>
                <a:cs typeface="Calibri (MS)"/>
              </a:rPr>
              <a:t>• Amidah</a:t>
            </a:r>
          </a:p>
          <a:p>
            <a:pPr algn="l" marL="182880" indent="0">
              <a:lnSpc>
                <a:spcPts val="2200"/>
              </a:lnSpc>
            </a:pPr>
            <a:r>
              <a:rPr lang="en-US" sz="1800">
                <a:solidFill>
                  <a:srgbClr val="B8E3E6"/>
                </a:solidFill>
                <a:latin typeface="Calibri (MS)"/>
                <a:cs typeface="Calibri (MS)"/>
              </a:rPr>
              <a:t>• Adonai S'fatai</a:t>
            </a:r>
          </a:p>
          <a:p>
            <a:pPr algn="l" marL="182880" indent="0">
              <a:lnSpc>
                <a:spcPts val="2200"/>
              </a:lnSpc>
            </a:pPr>
            <a:r>
              <a:rPr lang="en-US" sz="1800" b="1">
                <a:solidFill>
                  <a:srgbClr val="FFFFFF"/>
                </a:solidFill>
                <a:latin typeface="Calibri (MS)"/>
                <a:cs typeface="Calibri (MS)"/>
              </a:rPr>
              <a:t>• Eternity Utters a Day</a:t>
            </a:r>
          </a:p>
          <a:p>
            <a:pPr algn="l" marL="182880" indent="0">
              <a:lnSpc>
                <a:spcPts val="2200"/>
              </a:lnSpc>
            </a:pPr>
            <a:r>
              <a:rPr lang="en-US" sz="1800">
                <a:solidFill>
                  <a:srgbClr val="B8E3E6"/>
                </a:solidFill>
                <a:latin typeface="Calibri (MS)"/>
                <a:cs typeface="Calibri (MS)"/>
              </a:rPr>
              <a:t>• Mi Shebeirach</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6476</TotalTime>
  <Words>2521</Words>
  <Application>Microsoft Macintosh PowerPoint</Application>
  <PresentationFormat>Custom</PresentationFormat>
  <Paragraphs>578</Paragraphs>
  <Slides>29</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Arial</vt:lpstr>
      <vt:lpstr>David Libre</vt:lpstr>
      <vt:lpstr>Calibri</vt:lpstr>
      <vt:lpstr>Helvetica Neue</vt:lpstr>
      <vt:lpstr>Pinata Marks Rough Shadow</vt:lpstr>
      <vt:lpstr>MF David</vt:lpstr>
      <vt:lpstr>TT Berlinerins</vt:lpstr>
      <vt:lpstr>Calibri (MS) Bold</vt:lpstr>
      <vt:lpstr>Calibri (MS)</vt:lpstr>
      <vt:lpstr>Times New Roman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VT Template (in progress w Claude)</dc:title>
  <cp:lastModifiedBy>Rabbi Dan Medwin</cp:lastModifiedBy>
  <cp:revision>7</cp:revision>
  <dcterms:created xsi:type="dcterms:W3CDTF">2006-08-16T00:00:00Z</dcterms:created>
  <dcterms:modified xsi:type="dcterms:W3CDTF">2026-08-15T18:08:35Z</dcterms:modified>
  <dc:identifier>DAHN9QH9Lxk</dc:identifier>
</cp:coreProperties>
</file>
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5"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8288000" cy="10287000"/>
  <p:notesSz cx="6858000" cy="9144000"/>
  <p:embeddedFontLst>
    <p:embeddedFont>
      <p:font typeface="Calibri (MS)" panose="020F0502020204030204" pitchFamily="34" charset="0"/>
      <p:regular r:id="rId33"/>
    </p:embeddedFont>
    <p:embeddedFont>
      <p:font typeface="Calibri (MS) Bold" panose="020F0702030404030204" pitchFamily="34" charset="0"/>
      <p:regular r:id="rId34"/>
      <p:bold r:id="rId35"/>
    </p:embeddedFont>
    <p:embeddedFont>
      <p:font typeface="David Libre" pitchFamily="2" charset="-79"/>
      <p:regular r:id="rId36"/>
      <p:bold r:id="rId37"/>
    </p:embeddedFont>
    <p:embeddedFont>
      <p:font typeface="MF David" panose="02040603050201020203" pitchFamily="18" charset="-79"/>
      <p:regular r:id="rId38"/>
      <p:bold r:id="rId39"/>
    </p:embeddedFont>
    <p:embeddedFont>
      <p:font typeface="Pinata Marks Rough Shadow" panose="02000506000000020003" pitchFamily="2" charset="77"/>
      <p:regular r:id="rId40"/>
    </p:embeddedFont>
    <p:embeddedFont>
      <p:font typeface="Times New Roman MT" panose="02030502070405020303" pitchFamily="18" charset="77"/>
      <p:regular r:id="rId41"/>
    </p:embeddedFont>
    <p:embeddedFont>
      <p:font typeface="TT Berlinerins" panose="02000506040000020004" pitchFamily="2" charset="77"/>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autoAdjust="0"/>
    <p:restoredTop sz="94522" autoAdjust="0"/>
  </p:normalViewPr>
  <p:slideViewPr>
    <p:cSldViewPr>
      <p:cViewPr varScale="1">
        <p:scale>
          <a:sx n="75" d="100"/>
          <a:sy n="75" d="100"/>
        </p:scale>
        <p:origin x="55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olive-branch.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cupcake.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earth-globe.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12648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Kol od </a:t>
            </a:r>
            <a:r>
              <a:rPr lang="en-US" sz="3600" dirty="0" err="1">
                <a:solidFill>
                  <a:srgbClr val="FFFFFF"/>
                </a:solidFill>
                <a:latin typeface="Calibri (MS)"/>
                <a:cs typeface="Calibri (MS)"/>
              </a:rPr>
              <a:t>baleivav</a:t>
            </a:r>
            <a:r>
              <a:rPr lang="en-US" sz="3600" dirty="0">
                <a:solidFill>
                  <a:srgbClr val="FFFFFF"/>
                </a:solidFill>
                <a:latin typeface="Calibri (MS)"/>
                <a:cs typeface="Calibri (MS)"/>
              </a:rPr>
              <a:t> </a:t>
            </a:r>
            <a:r>
              <a:rPr lang="en-US" sz="3600" dirty="0" err="1">
                <a:solidFill>
                  <a:srgbClr val="FFFFFF"/>
                </a:solidFill>
                <a:latin typeface="Calibri (MS)"/>
                <a:cs typeface="Calibri (MS)"/>
              </a:rPr>
              <a:t>p’nimah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nefesh </a:t>
            </a:r>
            <a:r>
              <a:rPr lang="en-US" sz="3600" dirty="0" err="1">
                <a:solidFill>
                  <a:srgbClr val="FFFFFF"/>
                </a:solidFill>
                <a:latin typeface="Calibri (MS)"/>
                <a:cs typeface="Calibri (MS)"/>
              </a:rPr>
              <a:t>Y’hudi</a:t>
            </a:r>
            <a:r>
              <a:rPr lang="en-US" sz="3600" dirty="0">
                <a:solidFill>
                  <a:srgbClr val="FFFFFF"/>
                </a:solidFill>
                <a:latin typeface="Calibri (MS)"/>
                <a:cs typeface="Calibri (MS)"/>
              </a:rPr>
              <a:t> </a:t>
            </a:r>
            <a:r>
              <a:rPr lang="en-US" sz="3600" dirty="0" err="1">
                <a:solidFill>
                  <a:srgbClr val="FFFFFF"/>
                </a:solidFill>
                <a:latin typeface="Calibri (MS)"/>
                <a:cs typeface="Calibri (MS)"/>
              </a:rPr>
              <a:t>homiyah</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ul’faatei</a:t>
            </a:r>
            <a:r>
              <a:rPr lang="en-US" sz="3600" dirty="0">
                <a:solidFill>
                  <a:srgbClr val="FFFFFF"/>
                </a:solidFill>
                <a:latin typeface="Calibri (MS)"/>
                <a:cs typeface="Calibri (MS)"/>
              </a:rPr>
              <a:t> </a:t>
            </a:r>
            <a:r>
              <a:rPr lang="en-US" sz="3600" dirty="0" err="1">
                <a:solidFill>
                  <a:srgbClr val="FFFFFF"/>
                </a:solidFill>
                <a:latin typeface="Calibri (MS)"/>
                <a:cs typeface="Calibri (MS)"/>
              </a:rPr>
              <a:t>mizrach</a:t>
            </a:r>
            <a:r>
              <a:rPr lang="en-US" sz="3600" dirty="0">
                <a:solidFill>
                  <a:srgbClr val="FFFFFF"/>
                </a:solidFill>
                <a:latin typeface="Calibri (MS)"/>
                <a:cs typeface="Calibri (MS)"/>
              </a:rPr>
              <a:t> </a:t>
            </a:r>
            <a:r>
              <a:rPr lang="en-US" sz="3600" dirty="0" err="1">
                <a:solidFill>
                  <a:srgbClr val="FFFFFF"/>
                </a:solidFill>
                <a:latin typeface="Calibri (MS)"/>
                <a:cs typeface="Calibri (MS)"/>
              </a:rPr>
              <a:t>kadimah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ayin </a:t>
            </a:r>
            <a:r>
              <a:rPr lang="en-US" sz="3600" dirty="0" err="1">
                <a:solidFill>
                  <a:srgbClr val="FFFFFF"/>
                </a:solidFill>
                <a:latin typeface="Calibri (MS)"/>
                <a:cs typeface="Calibri (MS)"/>
              </a:rPr>
              <a:t>l’Tziyon</a:t>
            </a:r>
            <a:r>
              <a:rPr lang="en-US" sz="3600" dirty="0">
                <a:solidFill>
                  <a:srgbClr val="FFFFFF"/>
                </a:solidFill>
                <a:latin typeface="Calibri (MS)"/>
                <a:cs typeface="Calibri (MS)"/>
              </a:rPr>
              <a:t> </a:t>
            </a:r>
            <a:r>
              <a:rPr lang="en-US" sz="3600" dirty="0" err="1">
                <a:solidFill>
                  <a:srgbClr val="FFFFFF"/>
                </a:solidFill>
                <a:latin typeface="Calibri (MS)"/>
                <a:cs typeface="Calibri (MS)"/>
              </a:rPr>
              <a:t>tzofiyah</a:t>
            </a:r>
            <a:r>
              <a:rPr lang="en-US" sz="3600" dirty="0">
                <a:solidFill>
                  <a:srgbClr val="FFFFFF"/>
                </a:solidFill>
                <a:latin typeface="Calibri (MS)"/>
                <a:cs typeface="Calibri (MS)"/>
              </a:rPr>
              <a:t>.</a:t>
            </a:r>
          </a:p>
          <a:p>
            <a:pPr algn="l">
              <a:lnSpc>
                <a:spcPts val="5760"/>
              </a:lnSpc>
            </a:pPr>
            <a:r>
              <a:rPr lang="en-US" sz="3600" dirty="0">
                <a:solidFill>
                  <a:srgbClr val="FFFFFF"/>
                </a:solidFill>
                <a:latin typeface="Calibri (MS)"/>
                <a:cs typeface="Calibri (MS)"/>
              </a:rPr>
              <a:t>Od lo </a:t>
            </a:r>
            <a:r>
              <a:rPr lang="en-US" sz="3600" dirty="0" err="1">
                <a:solidFill>
                  <a:srgbClr val="FFFFFF"/>
                </a:solidFill>
                <a:latin typeface="Calibri (MS)"/>
                <a:cs typeface="Calibri (MS)"/>
              </a:rPr>
              <a:t>av’dah</a:t>
            </a:r>
            <a:r>
              <a:rPr lang="en-US" sz="3600" dirty="0">
                <a:solidFill>
                  <a:srgbClr val="FFFFFF"/>
                </a:solidFill>
                <a:latin typeface="Calibri (MS)"/>
                <a:cs typeface="Calibri (MS)"/>
              </a:rPr>
              <a:t> </a:t>
            </a:r>
            <a:r>
              <a:rPr lang="en-US" sz="3600" dirty="0" err="1">
                <a:solidFill>
                  <a:srgbClr val="FFFFFF"/>
                </a:solidFill>
                <a:latin typeface="Calibri (MS)"/>
                <a:cs typeface="Calibri (MS)"/>
              </a:rPr>
              <a:t>tikvateinu</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hatikvah</a:t>
            </a:r>
            <a:r>
              <a:rPr lang="en-US" sz="3600" dirty="0">
                <a:solidFill>
                  <a:srgbClr val="FFFFFF"/>
                </a:solidFill>
                <a:latin typeface="Calibri (MS)"/>
                <a:cs typeface="Calibri (MS)"/>
              </a:rPr>
              <a:t> bat </a:t>
            </a:r>
            <a:r>
              <a:rPr lang="en-US" sz="3600" dirty="0" err="1">
                <a:solidFill>
                  <a:srgbClr val="FFFFFF"/>
                </a:solidFill>
                <a:latin typeface="Calibri (MS)"/>
                <a:cs typeface="Calibri (MS)"/>
              </a:rPr>
              <a:t>sh’not</a:t>
            </a:r>
            <a:r>
              <a:rPr lang="en-US" sz="3600" dirty="0">
                <a:solidFill>
                  <a:srgbClr val="FFFFFF"/>
                </a:solidFill>
                <a:latin typeface="Calibri (MS)"/>
                <a:cs typeface="Calibri (MS)"/>
              </a:rPr>
              <a:t> </a:t>
            </a:r>
            <a:r>
              <a:rPr lang="en-US" sz="3600" dirty="0" err="1">
                <a:solidFill>
                  <a:srgbClr val="FFFFFF"/>
                </a:solidFill>
                <a:latin typeface="Calibri (MS)"/>
                <a:cs typeface="Calibri (MS)"/>
              </a:rPr>
              <a:t>alpayim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lih’yot</a:t>
            </a:r>
            <a:r>
              <a:rPr lang="en-US" sz="3600" dirty="0">
                <a:solidFill>
                  <a:srgbClr val="FFFFFF"/>
                </a:solidFill>
                <a:latin typeface="Calibri (MS)"/>
                <a:cs typeface="Calibri (MS)"/>
              </a:rPr>
              <a:t> am </a:t>
            </a:r>
            <a:r>
              <a:rPr lang="en-US" sz="3600" dirty="0" err="1">
                <a:solidFill>
                  <a:srgbClr val="FFFFFF"/>
                </a:solidFill>
                <a:latin typeface="Calibri (MS)"/>
                <a:cs typeface="Calibri (MS)"/>
              </a:rPr>
              <a:t>chofshi</a:t>
            </a:r>
            <a:r>
              <a:rPr lang="en-US" sz="3600" dirty="0">
                <a:solidFill>
                  <a:srgbClr val="FFFFFF"/>
                </a:solidFill>
                <a:latin typeface="Calibri (MS)"/>
                <a:cs typeface="Calibri (MS)"/>
              </a:rPr>
              <a:t> </a:t>
            </a:r>
            <a:r>
              <a:rPr lang="en-US" sz="3600" dirty="0" err="1">
                <a:solidFill>
                  <a:srgbClr val="FFFFFF"/>
                </a:solidFill>
                <a:latin typeface="Calibri (MS)"/>
                <a:cs typeface="Calibri (MS)"/>
              </a:rPr>
              <a:t>b’artzeinu</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eretz Tziyon </a:t>
            </a:r>
            <a:r>
              <a:rPr lang="en-US" sz="3600" dirty="0" err="1">
                <a:solidFill>
                  <a:srgbClr val="FFFFFF"/>
                </a:solidFill>
                <a:latin typeface="Calibri (MS)"/>
                <a:cs typeface="Calibri (MS)"/>
              </a:rPr>
              <a:t>virushalayim</a:t>
            </a:r>
            <a:r>
              <a:rPr lang="en-US" sz="3600" dirty="0">
                <a:solidFill>
                  <a:srgbClr val="FFFFFF"/>
                </a:solidFill>
                <a:latin typeface="Calibri (MS)"/>
                <a:cs typeface="Calibri (MS)"/>
              </a:rPr>
              <a:t>.</a:t>
            </a:r>
          </a:p>
        </p:txBody>
      </p:sp>
      <p:sp>
        <p:nvSpPr>
          <p:cNvPr id="11" name="TextBox 11"/>
          <p:cNvSpPr txBox="1"/>
          <p:nvPr/>
        </p:nvSpPr>
        <p:spPr>
          <a:xfrm>
            <a:off x="8665588" y="1020736"/>
            <a:ext cx="5794490" cy="612648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כֹּל עוֹד בַּלֵּבָב פְּנִימָה</a:t>
            </a:r>
          </a:p>
          <a:p>
            <a:pPr algn="r" rtl="1">
              <a:lnSpc>
                <a:spcPts val="5760"/>
              </a:lnSpc>
            </a:pPr>
            <a:r>
              <a:rPr lang="he-IL" sz="4500" dirty="0">
                <a:solidFill>
                  <a:srgbClr val="FFFFFF"/>
                </a:solidFill>
                <a:latin typeface="David Libre"/>
                <a:ea typeface="David Libre"/>
                <a:cs typeface="David Libre"/>
                <a:sym typeface="David Libre"/>
                <a:rtl/>
              </a:rPr>
              <a:t>נֶפֶשׁ יְהוּדִי </a:t>
            </a:r>
            <a:r>
              <a:rPr lang="he-IL" sz="4500" dirty="0" err="1">
                <a:solidFill>
                  <a:srgbClr val="FFFFFF"/>
                </a:solidFill>
                <a:latin typeface="David Libre"/>
                <a:ea typeface="David Libre"/>
                <a:cs typeface="David Libre"/>
                <a:sym typeface="David Libre"/>
                <a:rtl/>
              </a:rPr>
              <a:t>הוֹמִיָּה</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וּלְפַאֲתֵי מִזְרָח קָדִימָה,</a:t>
            </a:r>
          </a:p>
          <a:p>
            <a:pPr algn="r" rtl="1">
              <a:lnSpc>
                <a:spcPts val="5760"/>
              </a:lnSpc>
            </a:pPr>
            <a:r>
              <a:rPr lang="he-IL" sz="4500" dirty="0">
                <a:solidFill>
                  <a:srgbClr val="FFFFFF"/>
                </a:solidFill>
                <a:latin typeface="David Libre"/>
                <a:ea typeface="David Libre"/>
                <a:cs typeface="David Libre"/>
                <a:sym typeface="David Libre"/>
                <a:rtl/>
              </a:rPr>
              <a:t>עַיִן לְצִיּוֹן צוֹפִיָּה,</a:t>
            </a:r>
          </a:p>
          <a:p>
            <a:pPr algn="r" rtl="1">
              <a:lnSpc>
                <a:spcPts val="5760"/>
              </a:lnSpc>
            </a:pPr>
            <a:r>
              <a:rPr lang="he-IL" sz="4500" dirty="0">
                <a:solidFill>
                  <a:srgbClr val="FFFFFF"/>
                </a:solidFill>
                <a:latin typeface="David Libre"/>
                <a:ea typeface="David Libre"/>
                <a:cs typeface="David Libre"/>
                <a:sym typeface="David Libre"/>
                <a:rtl/>
              </a:rPr>
              <a:t>עוֹד לֹא אָבְדָה </a:t>
            </a:r>
            <a:r>
              <a:rPr lang="he-IL" sz="4500" dirty="0" err="1">
                <a:solidFill>
                  <a:srgbClr val="FFFFFF"/>
                </a:solidFill>
                <a:latin typeface="David Libre"/>
                <a:ea typeface="David Libre"/>
                <a:cs typeface="David Libre"/>
                <a:sym typeface="David Libre"/>
                <a:rtl/>
              </a:rPr>
              <a:t>תִּקְוָתֵנו</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err="1">
                <a:solidFill>
                  <a:srgbClr val="FFFFFF"/>
                </a:solidFill>
                <a:latin typeface="David Libre"/>
                <a:ea typeface="David Libre"/>
                <a:cs typeface="David Libre"/>
                <a:sym typeface="David Libre"/>
                <a:rtl/>
              </a:rPr>
              <a:t>הַתִּקְוָה</a:t>
            </a:r>
            <a:r>
              <a:rPr lang="he-IL" sz="4500" dirty="0">
                <a:solidFill>
                  <a:srgbClr val="FFFFFF"/>
                </a:solidFill>
                <a:latin typeface="David Libre"/>
                <a:ea typeface="David Libre"/>
                <a:cs typeface="David Libre"/>
                <a:sym typeface="David Libre"/>
                <a:rtl/>
              </a:rPr>
              <a:t> בַּת שְׁנוֹת אַלְפַּיִם,</a:t>
            </a:r>
          </a:p>
          <a:p>
            <a:pPr algn="r" rtl="1">
              <a:lnSpc>
                <a:spcPts val="5760"/>
              </a:lnSpc>
            </a:pPr>
            <a:r>
              <a:rPr lang="he-IL" sz="4500" dirty="0">
                <a:solidFill>
                  <a:srgbClr val="FFFFFF"/>
                </a:solidFill>
                <a:latin typeface="David Libre"/>
                <a:ea typeface="David Libre"/>
                <a:cs typeface="David Libre"/>
                <a:sym typeface="David Libre"/>
                <a:rtl/>
              </a:rPr>
              <a:t>לִהְיוֹת עַם חָפְשִׁי בְּאַרְצֵנוּ,</a:t>
            </a:r>
          </a:p>
          <a:p>
            <a:pPr algn="r" rtl="1">
              <a:lnSpc>
                <a:spcPts val="5760"/>
              </a:lnSpc>
            </a:pPr>
            <a:r>
              <a:rPr lang="he-IL" sz="4500" dirty="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b="1">
                <a:solidFill>
                  <a:srgbClr val="FFFFFF"/>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8" name="Picture 7">
            <a:extLst>
              <a:ext uri="{FF2B5EF4-FFF2-40B4-BE49-F238E27FC236}">
                <a16:creationId xmlns:a16="http://schemas.microsoft.com/office/drawing/2014/main" id="{59D4794D-8F3F-DE6D-EBA7-79BBB46B9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428" y="1165990"/>
            <a:ext cx="2488786" cy="1901156"/>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Hineih</a:t>
            </a:r>
            <a:r>
              <a:rPr lang="en-US" sz="3600" dirty="0">
                <a:solidFill>
                  <a:srgbClr val="FFFFFF"/>
                </a:solidFill>
                <a:latin typeface="Calibri (MS)"/>
                <a:cs typeface="Calibri (MS)"/>
              </a:rPr>
              <a:t> </a:t>
            </a:r>
            <a:r>
              <a:rPr lang="en-US" sz="3600" dirty="0" err="1">
                <a:solidFill>
                  <a:srgbClr val="FFFFFF"/>
                </a:solidFill>
                <a:latin typeface="Calibri (MS)"/>
                <a:cs typeface="Calibri (MS)"/>
              </a:rPr>
              <a:t>mah</a:t>
            </a:r>
            <a:r>
              <a:rPr lang="en-US" sz="3600" dirty="0">
                <a:solidFill>
                  <a:srgbClr val="FFFFFF"/>
                </a:solidFill>
                <a:latin typeface="Calibri (MS)"/>
                <a:cs typeface="Calibri (MS)"/>
              </a:rPr>
              <a:t> tov </a:t>
            </a:r>
            <a:r>
              <a:rPr lang="en-US" sz="3600" dirty="0" err="1">
                <a:solidFill>
                  <a:srgbClr val="FFFFFF"/>
                </a:solidFill>
                <a:latin typeface="Calibri (MS)"/>
                <a:cs typeface="Calibri (MS)"/>
              </a:rPr>
              <a:t>u’mah</a:t>
            </a:r>
            <a:r>
              <a:rPr lang="en-US" sz="3600" dirty="0">
                <a:solidFill>
                  <a:srgbClr val="FFFFFF"/>
                </a:solidFill>
                <a:latin typeface="Calibri (MS)"/>
                <a:cs typeface="Calibri (MS)"/>
              </a:rPr>
              <a:t> </a:t>
            </a:r>
            <a:r>
              <a:rPr lang="en-US" sz="3600" dirty="0" err="1">
                <a:solidFill>
                  <a:srgbClr val="FFFFFF"/>
                </a:solidFill>
                <a:latin typeface="Calibri (MS)"/>
                <a:cs typeface="Calibri (MS)"/>
              </a:rPr>
              <a:t>na-im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shevet</a:t>
            </a:r>
            <a:r>
              <a:rPr lang="en-US" sz="3600" dirty="0">
                <a:solidFill>
                  <a:srgbClr val="FFFFFF"/>
                </a:solidFill>
                <a:latin typeface="Calibri (MS)"/>
                <a:cs typeface="Calibri (MS)"/>
              </a:rPr>
              <a:t> </a:t>
            </a:r>
            <a:r>
              <a:rPr lang="en-US" sz="3600" dirty="0" err="1">
                <a:solidFill>
                  <a:srgbClr val="FFFFFF"/>
                </a:solidFill>
                <a:latin typeface="Calibri (MS)"/>
                <a:cs typeface="Calibri (MS)"/>
              </a:rPr>
              <a:t>achim</a:t>
            </a:r>
            <a:r>
              <a:rPr lang="en-US" sz="3600" dirty="0">
                <a:solidFill>
                  <a:srgbClr val="FFFFFF"/>
                </a:solidFill>
                <a:latin typeface="Calibri (MS)"/>
                <a:cs typeface="Calibri (MS)"/>
              </a:rPr>
              <a:t> gam </a:t>
            </a:r>
            <a:r>
              <a:rPr lang="en-US" sz="3600" dirty="0" err="1">
                <a:solidFill>
                  <a:srgbClr val="FFFFFF"/>
                </a:solidFill>
                <a:latin typeface="Calibri (MS)"/>
                <a:cs typeface="Calibri (MS)"/>
              </a:rPr>
              <a:t>yachad</a:t>
            </a:r>
            <a:r>
              <a:rPr lang="en-US" sz="3600" dirty="0">
                <a:solidFill>
                  <a:srgbClr val="FFFFFF"/>
                </a:solidFill>
                <a:latin typeface="Calibri (MS)"/>
                <a:cs typeface="Calibri (MS)"/>
              </a:rPr>
              <a:t>.</a:t>
            </a:r>
          </a:p>
        </p:txBody>
      </p:sp>
      <p:sp>
        <p:nvSpPr>
          <p:cNvPr id="11" name="TextBox 11"/>
          <p:cNvSpPr txBox="1"/>
          <p:nvPr/>
        </p:nvSpPr>
        <p:spPr>
          <a:xfrm>
            <a:off x="8665588" y="102073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dirty="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b="1">
                <a:solidFill>
                  <a:srgbClr val="FFFFFF"/>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1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sp>
        <p:nvSpPr>
          <p:cNvPr id="8" name="TextBox 8"/>
          <p:cNvSpPr txBox="1"/>
          <p:nvPr/>
        </p:nvSpPr>
        <p:spPr>
          <a:xfrm>
            <a:off x="1102485" y="5369497"/>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8040264" y="1590816"/>
            <a:ext cx="4638155" cy="3015986"/>
          </a:xfrm>
          <a:prstGeom prst="rect">
            <a:avLst/>
          </a:prstGeom>
        </p:spPr>
        <p:txBody>
          <a:bodyPr lIns="0" tIns="0" rIns="0" bIns="0" rtlCol="0" anchor="t">
            <a:spAutoFit/>
          </a:bodyPr>
          <a:lstStyle/>
          <a:p>
            <a:pPr algn="ctr">
              <a:lnSpc>
                <a:spcPts val="16724"/>
              </a:lnSpc>
            </a:pPr>
            <a:r>
              <a:rPr lang="he-IL" sz="11291" dirty="0">
                <a:solidFill>
                  <a:srgbClr val="FFFFFF"/>
                </a:solidFill>
                <a:latin typeface="David Libre"/>
                <a:ea typeface="David Libre"/>
                <a:cs typeface="David Libre"/>
                <a:sym typeface="David Libre"/>
                <a:rtl/>
              </a:rPr>
              <a:t>קְהִילָּה</a:t>
            </a:r>
          </a:p>
          <a:p>
            <a:pPr algn="ctr">
              <a:lnSpc>
                <a:spcPts val="8710"/>
              </a:lnSpc>
            </a:pPr>
            <a:r>
              <a:rPr lang="en-US" sz="5880" dirty="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1978471" y="1480573"/>
            <a:ext cx="4777265" cy="1737360"/>
          </a:xfrm>
          <a:prstGeom prst="rect">
            <a:avLst/>
          </a:prstGeom>
        </p:spPr>
        <p:txBody>
          <a:bodyPr lIns="0" tIns="0" rIns="0" bIns="0" rtlCol="0" anchor="t"/>
          <a:lstStyle/>
          <a:p>
            <a:pPr algn="ctr">
              <a:lnSpc>
                <a:spcPts val="17226"/>
              </a:lnSpc>
            </a:pPr>
            <a:r>
              <a:rPr lang="en-US" sz="11630" dirty="0">
                <a:solidFill>
                  <a:srgbClr val="008C95"/>
                </a:solidFill>
                <a:latin typeface="Times New Roman MT"/>
                <a:ea typeface="Times New Roman MT"/>
                <a:cs typeface="Times New Roman MT"/>
                <a:sym typeface="Times New Roman MT"/>
              </a:rPr>
              <a:t> </a:t>
            </a:r>
            <a:r>
              <a:rPr lang="he-IL" sz="11630" dirty="0">
                <a:solidFill>
                  <a:srgbClr val="008C95"/>
                </a:solidFill>
                <a:latin typeface="David Libre"/>
                <a:ea typeface="David Libre"/>
                <a:cs typeface="David Libre"/>
                <a:sym typeface="David Libre"/>
                <a:rtl/>
              </a:rPr>
              <a:t>צֶדֶק</a:t>
            </a:r>
          </a:p>
          <a:p>
            <a:pPr algn="ctr">
              <a:lnSpc>
                <a:spcPts val="8972"/>
              </a:lnSpc>
            </a:pPr>
            <a:r>
              <a:rPr lang="en-US" sz="6056" dirty="0">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735214" y="5369497"/>
            <a:ext cx="4304672" cy="1737360"/>
          </a:xfrm>
          <a:prstGeom prst="rect">
            <a:avLst/>
          </a:prstGeom>
        </p:spPr>
        <p:txBody>
          <a:bodyPr lIns="0" tIns="0" rIns="0" bIns="0" rtlCol="0" anchor="t"/>
          <a:lstStyle/>
          <a:p>
            <a:pPr algn="ctr">
              <a:lnSpc>
                <a:spcPts val="18489"/>
              </a:lnSpc>
            </a:pPr>
            <a:r>
              <a:rPr lang="he-IL" sz="12482" dirty="0">
                <a:solidFill>
                  <a:srgbClr val="008C95"/>
                </a:solidFill>
                <a:latin typeface="David Libre"/>
                <a:ea typeface="David Libre"/>
                <a:cs typeface="David Libre"/>
                <a:sym typeface="David Libre"/>
                <a:rtl/>
              </a:rPr>
              <a:t>חָכְמָה</a:t>
            </a:r>
          </a:p>
          <a:p>
            <a:pPr algn="ctr">
              <a:lnSpc>
                <a:spcPts val="9629"/>
              </a:lnSpc>
            </a:pPr>
            <a:r>
              <a:rPr lang="en-US" sz="6500" dirty="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291680" y="5370259"/>
            <a:ext cx="3060611" cy="3325925"/>
          </a:xfrm>
          <a:prstGeom prst="rect">
            <a:avLst/>
          </a:prstGeom>
        </p:spPr>
        <p:txBody>
          <a:bodyPr lIns="0" tIns="0" rIns="0" bIns="0" rtlCol="0" anchor="t">
            <a:spAutoFit/>
          </a:bodyPr>
          <a:lstStyle/>
          <a:p>
            <a:pPr algn="ctr">
              <a:lnSpc>
                <a:spcPts val="18489"/>
              </a:lnSpc>
            </a:pPr>
            <a:r>
              <a:rPr lang="he-IL" sz="12482" dirty="0">
                <a:solidFill>
                  <a:srgbClr val="FFFFFF"/>
                </a:solidFill>
                <a:latin typeface="David Libre"/>
                <a:ea typeface="David Libre"/>
                <a:cs typeface="David Libre"/>
                <a:sym typeface="David Libre"/>
                <a:rtl/>
              </a:rPr>
              <a:t>רוּחַ</a:t>
            </a:r>
          </a:p>
          <a:p>
            <a:pPr algn="ctr">
              <a:lnSpc>
                <a:spcPts val="9629"/>
              </a:lnSpc>
            </a:pPr>
            <a:r>
              <a:rPr lang="en-US" sz="6500" dirty="0">
                <a:solidFill>
                  <a:srgbClr val="008C95"/>
                </a:solidFill>
                <a:latin typeface="Pinata Marks Rough Shadow"/>
                <a:ea typeface="Pinata Marks Rough Shadow"/>
                <a:cs typeface="Pinata Marks Rough Shadow"/>
                <a:sym typeface="Pinata Marks Rough Shadow"/>
              </a:rPr>
              <a:t>Spirit</a:t>
            </a:r>
          </a:p>
        </p:txBody>
      </p:sp>
      <p:grpSp>
        <p:nvGrpSpPr>
          <p:cNvPr id="15"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15" name="TextBox 15"/>
          <p:cNvSpPr txBox="1"/>
          <p:nvPr/>
        </p:nvSpPr>
        <p:spPr>
          <a:xfrm>
            <a:off x="182880" y="64008"/>
            <a:ext cx="9144000" cy="557784"/>
          </a:xfrm>
          <a:prstGeom prst="rect">
            <a:avLst/>
          </a:prstGeom>
          <a:noFill/>
        </p:spPr>
        <p:txBody>
          <a:bodyPr lIns="0" tIns="0" rIns="0" bIns="0" rtlCol="0" anchor="ctr"/>
          <a:lstStyle/>
          <a:p>
            <a:pPr algn="l"/>
            <a:r>
              <a:rPr lang="en-US" sz="3199" b="1">
                <a:solidFill>
                  <a:srgbClr val="FFFFFF"/>
                </a:solidFill>
                <a:latin typeface="Calibri (MS)"/>
                <a:cs typeface="Calibri (MS)"/>
              </a:rPr>
              <a:t>Living Our Values Everyday</a:t>
            </a:r>
          </a:p>
        </p:txBody>
      </p:sp>
      <p:pic>
        <p:nvPicPr>
          <p:cNvPr id="916" name="Davis Logo"/>
          <p:cNvPicPr/>
          <p:nvPr/>
        </p:nvPicPr>
        <p:blipFill>
          <a:blip r:embed="rId2"/>
          <a:stretch>
            <a:fillRect/>
          </a:stretch>
        </p:blipFill>
        <p:spPr>
          <a:xfrm>
            <a:off x="15511536" y="7791450"/>
            <a:ext cx="2222500" cy="2222500"/>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b="1">
                <a:solidFill>
                  <a:srgbClr val="FFFFFF"/>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I offer thanks to You, ever-living Sovereign, that You have restored my soul to me. </a:t>
            </a:r>
          </a:p>
          <a:p>
            <a:pPr algn="l"/>
            <a:r>
              <a:rPr lang="en-US" sz="2799" dirty="0">
                <a:solidFill>
                  <a:srgbClr val="FFFFFF"/>
                </a:solidFill>
                <a:latin typeface="Calibri (MS)"/>
                <a:cs typeface="Calibri (MS)"/>
              </a:rPr>
              <a:t>How great is Your trust.</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b="1">
                <a:solidFill>
                  <a:srgbClr val="FFFFFF"/>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Ozi</a:t>
            </a:r>
            <a:r>
              <a:rPr lang="en-US" sz="3600" dirty="0">
                <a:solidFill>
                  <a:srgbClr val="FFFFFF"/>
                </a:solidFill>
                <a:latin typeface="Calibri (MS)"/>
                <a:cs typeface="Calibri (MS)"/>
              </a:rPr>
              <a:t> </a:t>
            </a:r>
            <a:r>
              <a:rPr lang="en-US" sz="3600" dirty="0" err="1">
                <a:solidFill>
                  <a:srgbClr val="FFFFFF"/>
                </a:solidFill>
                <a:latin typeface="Calibri (MS)"/>
                <a:cs typeface="Calibri (MS)"/>
              </a:rPr>
              <a:t>v’zimrat</a:t>
            </a:r>
            <a:r>
              <a:rPr lang="en-US" sz="3600" dirty="0">
                <a:solidFill>
                  <a:srgbClr val="FFFFFF"/>
                </a:solidFill>
                <a:latin typeface="Calibri (MS)"/>
                <a:cs typeface="Calibri (MS)"/>
              </a:rPr>
              <a:t> Yah,</a:t>
            </a:r>
          </a:p>
          <a:p>
            <a:pPr algn="l">
              <a:lnSpc>
                <a:spcPts val="5760"/>
              </a:lnSpc>
            </a:pPr>
            <a:r>
              <a:rPr lang="en-US" sz="3600" dirty="0" err="1">
                <a:solidFill>
                  <a:srgbClr val="FFFFFF"/>
                </a:solidFill>
                <a:latin typeface="Calibri (MS)"/>
                <a:cs typeface="Calibri (MS)"/>
              </a:rPr>
              <a:t>vay’hi</a:t>
            </a:r>
            <a:r>
              <a:rPr lang="en-US" sz="3600" dirty="0">
                <a:solidFill>
                  <a:srgbClr val="FFFFFF"/>
                </a:solidFill>
                <a:latin typeface="Calibri (MS)"/>
                <a:cs typeface="Calibri (MS)"/>
              </a:rPr>
              <a:t> li </a:t>
            </a:r>
            <a:r>
              <a:rPr lang="en-US" sz="3600" dirty="0" err="1">
                <a:solidFill>
                  <a:srgbClr val="FFFFFF"/>
                </a:solidFill>
                <a:latin typeface="Calibri (MS)"/>
                <a:cs typeface="Calibri (MS)"/>
              </a:rPr>
              <a:t>lishuah</a:t>
            </a:r>
            <a:r>
              <a:rPr lang="en-US" sz="3600" dirty="0">
                <a:solidFill>
                  <a:srgbClr val="FFFFFF"/>
                </a:solidFill>
                <a:latin typeface="Calibri (MS)"/>
                <a:cs typeface="Calibri (MS)"/>
              </a:rPr>
              <a:t>.</a:t>
            </a:r>
          </a:p>
        </p:txBody>
      </p:sp>
      <p:sp>
        <p:nvSpPr>
          <p:cNvPr id="11" name="TextBox 11"/>
          <p:cNvSpPr txBox="1"/>
          <p:nvPr/>
        </p:nvSpPr>
        <p:spPr>
          <a:xfrm>
            <a:off x="8665588" y="1095006"/>
            <a:ext cx="5794490" cy="1686294"/>
          </a:xfrm>
          <a:prstGeom prst="rect">
            <a:avLst/>
          </a:prstGeom>
        </p:spPr>
        <p:txBody>
          <a:bodyPr lIns="0" tIns="0" rIns="0" bIns="0" rtlCol="0" anchor="t"/>
          <a:lstStyle/>
          <a:p>
            <a:pPr algn="r" rtl="1">
              <a:lnSpc>
                <a:spcPts val="5760"/>
              </a:lnSpc>
            </a:pPr>
            <a:r>
              <a:rPr lang="he-IL" sz="4500" dirty="0" err="1">
                <a:solidFill>
                  <a:srgbClr val="FFFFFF"/>
                </a:solidFill>
                <a:latin typeface="David Libre"/>
                <a:ea typeface="David Libre"/>
                <a:cs typeface="David Libre"/>
                <a:sym typeface="David Libre"/>
                <a:rtl/>
              </a:rPr>
              <a:t>עׇזִּי</a:t>
            </a:r>
            <a:r>
              <a:rPr lang="he-IL" sz="4500" dirty="0">
                <a:solidFill>
                  <a:srgbClr val="FFFFFF"/>
                </a:solidFill>
                <a:latin typeface="David Libre"/>
                <a:ea typeface="David Libre"/>
                <a:cs typeface="David Libre"/>
                <a:sym typeface="David Libre"/>
                <a:rtl/>
              </a:rPr>
              <a:t> וְזִמְרָת יָהּ,</a:t>
            </a:r>
          </a:p>
          <a:p>
            <a:pPr algn="r" rtl="1">
              <a:lnSpc>
                <a:spcPts val="5760"/>
              </a:lnSpc>
            </a:pPr>
            <a:r>
              <a:rPr lang="he-IL" sz="4500" dirty="0" err="1">
                <a:solidFill>
                  <a:srgbClr val="FFFFFF"/>
                </a:solidFill>
                <a:latin typeface="David Libre"/>
                <a:ea typeface="David Libre"/>
                <a:cs typeface="David Libre"/>
                <a:sym typeface="David Libre"/>
                <a:rtl/>
              </a:rPr>
              <a:t>וַיְהִי־לִי</a:t>
            </a:r>
            <a:r>
              <a:rPr lang="he-IL" sz="4500" dirty="0">
                <a:solidFill>
                  <a:srgbClr val="FFFFFF"/>
                </a:solidFill>
                <a:latin typeface="David Libre"/>
                <a:ea typeface="David Libre"/>
                <a:cs typeface="David Libre"/>
                <a:sym typeface="David Libre"/>
                <a:rtl/>
              </a:rPr>
              <a:t>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b="1">
                <a:solidFill>
                  <a:srgbClr val="FFFFFF"/>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Hear O Israel: Adonai is our God, Adonai is One! </a:t>
            </a:r>
            <a:br>
              <a:rPr lang="en-US" sz="2799" dirty="0">
                <a:solidFill>
                  <a:srgbClr val="FFFFFF"/>
                </a:solidFill>
                <a:latin typeface="Calibri (MS)"/>
                <a:cs typeface="Calibri (MS)"/>
              </a:rPr>
            </a:br>
            <a:r>
              <a:rPr lang="en-US" sz="2799" dirty="0">
                <a:solidFill>
                  <a:srgbClr val="FFFFFF"/>
                </a:solidFill>
                <a:latin typeface="Calibri (MS)"/>
                <a:cs typeface="Calibri (MS)"/>
              </a:rPr>
              <a:t>Blessed is God’s glorious majesty forever and ever.</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b="1">
                <a:solidFill>
                  <a:srgbClr val="FFFFFF"/>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53949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You shall love Adonai your God</a:t>
            </a:r>
          </a:p>
          <a:p>
            <a:pPr algn="l">
              <a:lnSpc>
                <a:spcPts val="5760"/>
              </a:lnSpc>
            </a:pPr>
            <a:r>
              <a:rPr lang="en-US" sz="3600" dirty="0">
                <a:solidFill>
                  <a:srgbClr val="FFFFFF"/>
                </a:solidFill>
                <a:latin typeface="Calibri (MS)"/>
                <a:cs typeface="Calibri (MS)"/>
              </a:rPr>
              <a:t>with all your heart,</a:t>
            </a:r>
          </a:p>
          <a:p>
            <a:pPr algn="l">
              <a:lnSpc>
                <a:spcPts val="5760"/>
              </a:lnSpc>
            </a:pPr>
            <a:r>
              <a:rPr lang="en-US" sz="3600" dirty="0">
                <a:solidFill>
                  <a:srgbClr val="FFFFFF"/>
                </a:solidFill>
                <a:latin typeface="Calibri (MS)"/>
                <a:cs typeface="Calibri (MS)"/>
              </a:rPr>
              <a:t>with all your soul,</a:t>
            </a:r>
          </a:p>
          <a:p>
            <a:pPr algn="l">
              <a:lnSpc>
                <a:spcPts val="5760"/>
              </a:lnSpc>
            </a:pPr>
            <a:r>
              <a:rPr lang="en-US" sz="3600" dirty="0">
                <a:solidFill>
                  <a:srgbClr val="FFFFFF"/>
                </a:solidFill>
                <a:latin typeface="Calibri (MS)"/>
                <a:cs typeface="Calibri (MS)"/>
              </a:rPr>
              <a:t>and with all your might.</a:t>
            </a:r>
          </a:p>
          <a:p>
            <a:pPr algn="l">
              <a:lnSpc>
                <a:spcPts val="5760"/>
              </a:lnSpc>
            </a:pPr>
            <a:r>
              <a:rPr lang="en-US" sz="3600" dirty="0">
                <a:solidFill>
                  <a:srgbClr val="FFFFFF"/>
                </a:solidFill>
                <a:latin typeface="Calibri (MS)"/>
                <a:cs typeface="Calibri (MS)"/>
              </a:rPr>
              <a:t>Place these words</a:t>
            </a:r>
          </a:p>
          <a:p>
            <a:pPr algn="l">
              <a:lnSpc>
                <a:spcPts val="5760"/>
              </a:lnSpc>
            </a:pPr>
            <a:r>
              <a:rPr lang="en-US" sz="3600" dirty="0">
                <a:solidFill>
                  <a:srgbClr val="FFFFFF"/>
                </a:solidFill>
                <a:latin typeface="Calibri (MS)"/>
                <a:cs typeface="Calibri (MS)"/>
              </a:rPr>
              <a:t>which I command you today</a:t>
            </a:r>
          </a:p>
          <a:p>
            <a:pPr algn="l">
              <a:lnSpc>
                <a:spcPts val="5760"/>
              </a:lnSpc>
            </a:pPr>
            <a:r>
              <a:rPr lang="en-US" sz="3600" dirty="0">
                <a:solidFill>
                  <a:srgbClr val="FFFFFF"/>
                </a:solidFill>
                <a:latin typeface="Calibri (MS)"/>
                <a:cs typeface="Calibri (MS)"/>
              </a:rPr>
              <a:t>on your heart.</a:t>
            </a: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וְאָ֣הַבְתָּ֔ אֵ֖ת יְיָ֣ אֱלֹהֶ֑יךָ</a:t>
            </a:r>
          </a:p>
          <a:p>
            <a:pPr algn="r" rtl="1">
              <a:lnSpc>
                <a:spcPts val="5760"/>
              </a:lnSpc>
            </a:pPr>
            <a:r>
              <a:rPr lang="he-IL" sz="4500">
                <a:solidFill>
                  <a:srgbClr val="FFFFFF"/>
                </a:solidFill>
                <a:latin typeface="David Libre"/>
                <a:ea typeface="David Libre"/>
                <a:cs typeface="David Libre"/>
                <a:sym typeface="David Libre"/>
                <a:rtl/>
              </a:rPr>
              <a:t>בְּכׇל־לְבָבְךָ֥</a:t>
            </a:r>
          </a:p>
          <a:p>
            <a:pPr algn="r" rtl="1">
              <a:lnSpc>
                <a:spcPts val="5760"/>
              </a:lnSpc>
            </a:pPr>
            <a:r>
              <a:rPr lang="he-IL" sz="4500">
                <a:solidFill>
                  <a:srgbClr val="FFFFFF"/>
                </a:solidFill>
                <a:latin typeface="David Libre"/>
                <a:ea typeface="David Libre"/>
                <a:cs typeface="David Libre"/>
                <a:sym typeface="David Libre"/>
                <a:rtl/>
              </a:rPr>
              <a:t>וּבְכׇל־נַפְשְׁךָ֖</a:t>
            </a:r>
          </a:p>
          <a:p>
            <a:pPr algn="r" rtl="1">
              <a:lnSpc>
                <a:spcPts val="5760"/>
              </a:lnSpc>
            </a:pPr>
            <a:r>
              <a:rPr lang="he-IL" sz="4500">
                <a:solidFill>
                  <a:srgbClr val="FFFFFF"/>
                </a:solidFill>
                <a:latin typeface="David Libre"/>
                <a:ea typeface="David Libre"/>
                <a:cs typeface="David Libre"/>
                <a:sym typeface="David Libre"/>
                <a:rtl/>
              </a:rPr>
              <a:t>וּבְכׇל־מְאֹדֶֽךָ׃</a:t>
            </a:r>
          </a:p>
          <a:p>
            <a:pPr algn="r" rtl="1">
              <a:lnSpc>
                <a:spcPts val="5760"/>
              </a:lnSpc>
            </a:pPr>
            <a:r>
              <a:rPr lang="he-IL" sz="4500">
                <a:solidFill>
                  <a:srgbClr val="FFFFFF"/>
                </a:solidFill>
                <a:latin typeface="David Libre"/>
                <a:ea typeface="David Libre"/>
                <a:cs typeface="David Libre"/>
                <a:sym typeface="David Libre"/>
                <a:rtl/>
              </a:rPr>
              <a:t>וְהָי֞וּ הַדְּבָרִ֣ים הָאֵ֗לֶּה</a:t>
            </a:r>
          </a:p>
          <a:p>
            <a:pPr algn="r" rtl="1">
              <a:lnSpc>
                <a:spcPts val="5760"/>
              </a:lnSpc>
            </a:pPr>
            <a:r>
              <a:rPr lang="he-IL" sz="4500">
                <a:solidFill>
                  <a:srgbClr val="FFFFFF"/>
                </a:solidFill>
                <a:latin typeface="David Libre"/>
                <a:ea typeface="David Libre"/>
                <a:cs typeface="David Libre"/>
                <a:sym typeface="David Libre"/>
                <a:rtl/>
              </a:rPr>
              <a:t>אֲשֶׁ֨ר אָנֹכִ֧י מְצַוְּךָ֛</a:t>
            </a:r>
          </a:p>
          <a:p>
            <a:pPr algn="r" rtl="1">
              <a:lnSpc>
                <a:spcPts val="5760"/>
              </a:lnSpc>
            </a:pPr>
            <a:r>
              <a:rPr lang="he-IL" sz="4500">
                <a:solidFill>
                  <a:srgbClr val="FFFFFF"/>
                </a:solidFill>
                <a:latin typeface="David Libre"/>
                <a:ea typeface="David Libre"/>
                <a:cs typeface="David Libre"/>
                <a:sym typeface="David Libre"/>
                <a:rtl/>
              </a:rPr>
              <a:t>הַיּ֖וֹם עַל־לְבָבֶֽךָ׃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8735341" cy="68580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Repeat them to your children</a:t>
            </a:r>
          </a:p>
          <a:p>
            <a:pPr algn="l">
              <a:lnSpc>
                <a:spcPts val="5760"/>
              </a:lnSpc>
            </a:pPr>
            <a:r>
              <a:rPr lang="en-US" sz="3600" dirty="0">
                <a:solidFill>
                  <a:srgbClr val="FFFFFF"/>
                </a:solidFill>
                <a:latin typeface="Calibri (MS)"/>
                <a:cs typeface="Calibri (MS)"/>
              </a:rPr>
              <a:t>and speak them</a:t>
            </a:r>
          </a:p>
          <a:p>
            <a:pPr algn="l">
              <a:lnSpc>
                <a:spcPts val="5760"/>
              </a:lnSpc>
            </a:pPr>
            <a:r>
              <a:rPr lang="en-US" sz="3600" dirty="0">
                <a:solidFill>
                  <a:srgbClr val="FFFFFF"/>
                </a:solidFill>
                <a:latin typeface="Calibri (MS)"/>
                <a:cs typeface="Calibri (MS)"/>
              </a:rPr>
              <a:t>when you sit at home</a:t>
            </a:r>
          </a:p>
          <a:p>
            <a:pPr algn="l">
              <a:lnSpc>
                <a:spcPts val="5760"/>
              </a:lnSpc>
            </a:pPr>
            <a:r>
              <a:rPr lang="en-US" sz="3600" dirty="0">
                <a:solidFill>
                  <a:srgbClr val="FFFFFF"/>
                </a:solidFill>
                <a:latin typeface="Calibri (MS)"/>
                <a:cs typeface="Calibri (MS)"/>
              </a:rPr>
              <a:t>and when you walk on the street,</a:t>
            </a:r>
          </a:p>
          <a:p>
            <a:pPr algn="l">
              <a:lnSpc>
                <a:spcPts val="5760"/>
              </a:lnSpc>
            </a:pPr>
            <a:r>
              <a:rPr lang="en-US" sz="3600" dirty="0">
                <a:solidFill>
                  <a:srgbClr val="FFFFFF"/>
                </a:solidFill>
                <a:latin typeface="Calibri (MS)"/>
                <a:cs typeface="Calibri (MS)"/>
              </a:rPr>
              <a:t>when you lie down and when you get up.</a:t>
            </a:r>
          </a:p>
          <a:p>
            <a:pPr algn="l">
              <a:lnSpc>
                <a:spcPts val="5760"/>
              </a:lnSpc>
            </a:pPr>
            <a:r>
              <a:rPr lang="en-US" sz="3600" dirty="0">
                <a:solidFill>
                  <a:srgbClr val="FFFFFF"/>
                </a:solidFill>
                <a:latin typeface="Calibri (MS)"/>
                <a:cs typeface="Calibri (MS)"/>
              </a:rPr>
              <a:t>Tie them as a sign on your hand,</a:t>
            </a:r>
          </a:p>
          <a:p>
            <a:pPr algn="l">
              <a:lnSpc>
                <a:spcPts val="5760"/>
              </a:lnSpc>
            </a:pPr>
            <a:r>
              <a:rPr lang="en-US" sz="3600" dirty="0">
                <a:solidFill>
                  <a:srgbClr val="FFFFFF"/>
                </a:solidFill>
                <a:latin typeface="Calibri (MS)"/>
                <a:cs typeface="Calibri (MS)"/>
              </a:rPr>
              <a:t>and let them be a symbol between your eyes.</a:t>
            </a:r>
          </a:p>
          <a:p>
            <a:pPr algn="l">
              <a:lnSpc>
                <a:spcPts val="5760"/>
              </a:lnSpc>
            </a:pPr>
            <a:r>
              <a:rPr lang="en-US" sz="3600" dirty="0">
                <a:solidFill>
                  <a:srgbClr val="FFFFFF"/>
                </a:solidFill>
                <a:latin typeface="Calibri (MS)"/>
                <a:cs typeface="Calibri (MS)"/>
              </a:rPr>
              <a:t>Write them on the doorposts</a:t>
            </a:r>
          </a:p>
          <a:p>
            <a:pPr algn="l">
              <a:lnSpc>
                <a:spcPts val="5760"/>
              </a:lnSpc>
            </a:pPr>
            <a:r>
              <a:rPr lang="en-US" sz="3600" dirty="0">
                <a:solidFill>
                  <a:srgbClr val="FFFFFF"/>
                </a:solidFill>
                <a:latin typeface="Calibri (MS)"/>
                <a:cs typeface="Calibri (MS)"/>
              </a:rPr>
              <a:t>of your house and on your gates.</a:t>
            </a:r>
          </a:p>
        </p:txBody>
      </p:sp>
      <p:sp>
        <p:nvSpPr>
          <p:cNvPr id="11" name="TextBox 11"/>
          <p:cNvSpPr txBox="1"/>
          <p:nvPr/>
        </p:nvSpPr>
        <p:spPr>
          <a:xfrm>
            <a:off x="8665588" y="1028700"/>
            <a:ext cx="5794490" cy="6858000"/>
          </a:xfrm>
          <a:prstGeom prst="rect">
            <a:avLst/>
          </a:prstGeom>
        </p:spPr>
        <p:txBody>
          <a:bodyPr lIns="0" tIns="0" rIns="0" bIns="0" rtlCol="0" anchor="t"/>
          <a:lstStyle/>
          <a:p>
            <a:pPr algn="r" rtl="1">
              <a:lnSpc>
                <a:spcPts val="5760"/>
              </a:lnSpc>
            </a:pPr>
            <a:r>
              <a:rPr lang="he-IL" sz="4500" dirty="0" err="1">
                <a:solidFill>
                  <a:srgbClr val="FFFFFF"/>
                </a:solidFill>
                <a:latin typeface="David Libre"/>
                <a:ea typeface="David Libre"/>
                <a:cs typeface="David Libre"/>
                <a:sym typeface="David Libre"/>
                <a:rtl/>
              </a:rPr>
              <a:t>וְשִׁנַּנְתָּ֣ם</a:t>
            </a:r>
            <a:r>
              <a:rPr lang="he-IL" sz="4500" dirty="0">
                <a:solidFill>
                  <a:srgbClr val="FFFFFF"/>
                </a:solidFill>
                <a:latin typeface="David Libre"/>
                <a:ea typeface="David Libre"/>
                <a:cs typeface="David Libre"/>
                <a:sym typeface="David Libre"/>
                <a:rtl/>
              </a:rPr>
              <a:t> לְבָנֶ֔יךָ</a:t>
            </a:r>
          </a:p>
          <a:p>
            <a:pPr algn="r" rtl="1">
              <a:lnSpc>
                <a:spcPts val="5760"/>
              </a:lnSpc>
            </a:pPr>
            <a:r>
              <a:rPr lang="he-IL" sz="4500" dirty="0">
                <a:solidFill>
                  <a:srgbClr val="FFFFFF"/>
                </a:solidFill>
                <a:latin typeface="David Libre"/>
                <a:ea typeface="David Libre"/>
                <a:cs typeface="David Libre"/>
                <a:sym typeface="David Libre"/>
                <a:rtl/>
              </a:rPr>
              <a:t>וְדִבַּרְתָּ֖ בָּ֑ם</a:t>
            </a:r>
          </a:p>
          <a:p>
            <a:pPr algn="r" rtl="1">
              <a:lnSpc>
                <a:spcPts val="5760"/>
              </a:lnSpc>
            </a:pPr>
            <a:r>
              <a:rPr lang="he-IL" sz="4500" dirty="0">
                <a:solidFill>
                  <a:srgbClr val="FFFFFF"/>
                </a:solidFill>
                <a:latin typeface="David Libre"/>
                <a:ea typeface="David Libre"/>
                <a:cs typeface="David Libre"/>
                <a:sym typeface="David Libre"/>
                <a:rtl/>
              </a:rPr>
              <a:t>בְּשִׁבְתְּךָ֤ בְּבֵיתֶ֙ךָ֙</a:t>
            </a:r>
          </a:p>
          <a:p>
            <a:pPr algn="r" rtl="1">
              <a:lnSpc>
                <a:spcPts val="5760"/>
              </a:lnSpc>
            </a:pPr>
            <a:r>
              <a:rPr lang="he-IL" sz="4500" dirty="0">
                <a:solidFill>
                  <a:srgbClr val="FFFFFF"/>
                </a:solidFill>
                <a:latin typeface="David Libre"/>
                <a:ea typeface="David Libre"/>
                <a:cs typeface="David Libre"/>
                <a:sym typeface="David Libre"/>
                <a:rtl/>
              </a:rPr>
              <a:t>וּבְלֶכְתְּךָ֣ בַדֶּ֔רֶךְ</a:t>
            </a:r>
          </a:p>
          <a:p>
            <a:pPr algn="r" rtl="1">
              <a:lnSpc>
                <a:spcPts val="5760"/>
              </a:lnSpc>
            </a:pPr>
            <a:r>
              <a:rPr lang="he-IL" sz="4500" dirty="0" err="1">
                <a:solidFill>
                  <a:srgbClr val="FFFFFF"/>
                </a:solidFill>
                <a:latin typeface="David Libre"/>
                <a:ea typeface="David Libre"/>
                <a:cs typeface="David Libre"/>
                <a:sym typeface="David Libre"/>
                <a:rtl/>
              </a:rPr>
              <a:t>וּֽבְשׇׁכְבְּך</a:t>
            </a:r>
            <a:r>
              <a:rPr lang="he-IL" sz="4500" dirty="0">
                <a:solidFill>
                  <a:srgbClr val="FFFFFF"/>
                </a:solidFill>
                <a:latin typeface="David Libre"/>
                <a:ea typeface="David Libre"/>
                <a:cs typeface="David Libre"/>
                <a:sym typeface="David Libre"/>
                <a:rtl/>
              </a:rPr>
              <a:t>ָ֖ וּבְקוּמֶֽךָ׃</a:t>
            </a:r>
          </a:p>
          <a:p>
            <a:pPr algn="r" rtl="1">
              <a:lnSpc>
                <a:spcPts val="5760"/>
              </a:lnSpc>
            </a:pPr>
            <a:r>
              <a:rPr lang="he-IL" sz="4500" dirty="0">
                <a:solidFill>
                  <a:srgbClr val="FFFFFF"/>
                </a:solidFill>
                <a:latin typeface="David Libre"/>
                <a:ea typeface="David Libre"/>
                <a:cs typeface="David Libre"/>
                <a:sym typeface="David Libre"/>
                <a:rtl/>
              </a:rPr>
              <a:t>וּקְשַׁרְתָּ֥ם לְא֖וֹת </a:t>
            </a:r>
            <a:r>
              <a:rPr lang="he-IL" sz="4500" dirty="0" err="1">
                <a:solidFill>
                  <a:srgbClr val="FFFFFF"/>
                </a:solidFill>
                <a:latin typeface="David Libre"/>
                <a:ea typeface="David Libre"/>
                <a:cs typeface="David Libre"/>
                <a:sym typeface="David Libre"/>
                <a:rtl/>
              </a:rPr>
              <a:t>עַל־יָדֶ֑ך</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וְהָי֥וּ </a:t>
            </a:r>
            <a:r>
              <a:rPr lang="he-IL" sz="4500" dirty="0" err="1">
                <a:solidFill>
                  <a:srgbClr val="FFFFFF"/>
                </a:solidFill>
                <a:latin typeface="David Libre"/>
                <a:ea typeface="David Libre"/>
                <a:cs typeface="David Libre"/>
                <a:sym typeface="David Libre"/>
                <a:rtl/>
              </a:rPr>
              <a:t>לְטֹטָפֹ֖ת</a:t>
            </a:r>
            <a:r>
              <a:rPr lang="he-IL" sz="4500" dirty="0">
                <a:solidFill>
                  <a:srgbClr val="FFFFFF"/>
                </a:solidFill>
                <a:latin typeface="David Libre"/>
                <a:ea typeface="David Libre"/>
                <a:cs typeface="David Libre"/>
                <a:sym typeface="David Libre"/>
                <a:rtl/>
              </a:rPr>
              <a:t> בֵּ֥ין עֵינֶֽיךָ׃</a:t>
            </a:r>
          </a:p>
          <a:p>
            <a:pPr algn="r" rtl="1">
              <a:lnSpc>
                <a:spcPts val="5760"/>
              </a:lnSpc>
            </a:pPr>
            <a:r>
              <a:rPr lang="he-IL" sz="4500" dirty="0">
                <a:solidFill>
                  <a:srgbClr val="FFFFFF"/>
                </a:solidFill>
                <a:latin typeface="David Libre"/>
                <a:ea typeface="David Libre"/>
                <a:cs typeface="David Libre"/>
                <a:sym typeface="David Libre"/>
                <a:rtl/>
              </a:rPr>
              <a:t>וּכְתַבְתָּ֛ם </a:t>
            </a:r>
            <a:r>
              <a:rPr lang="he-IL" sz="4500" dirty="0" err="1">
                <a:solidFill>
                  <a:srgbClr val="FFFFFF"/>
                </a:solidFill>
                <a:latin typeface="David Libre"/>
                <a:ea typeface="David Libre"/>
                <a:cs typeface="David Libre"/>
                <a:sym typeface="David Libre"/>
                <a:rtl/>
              </a:rPr>
              <a:t>עַל־מְזֻז֥וֹת</a:t>
            </a:r>
            <a:endParaRPr lang="he-IL" sz="4500" dirty="0">
              <a:solidFill>
                <a:srgbClr val="FFFFFF"/>
              </a:solidFill>
              <a:latin typeface="David Libre"/>
              <a:ea typeface="David Libre"/>
              <a:cs typeface="David Libre"/>
              <a:sym typeface="David Libre"/>
              <a:rtl/>
            </a:endParaRPr>
          </a:p>
          <a:p>
            <a:pPr algn="r" rtl="1">
              <a:lnSpc>
                <a:spcPts val="5760"/>
              </a:lnSpc>
            </a:pPr>
            <a:r>
              <a:rPr lang="he-IL" sz="4500" dirty="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8580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68580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Who is like You, Adonai, among the gods that are worshipped? </a:t>
            </a:r>
          </a:p>
          <a:p>
            <a:pPr algn="l"/>
            <a:r>
              <a:rPr lang="en-US" sz="2799" dirty="0">
                <a:solidFill>
                  <a:srgbClr val="FFFFFF"/>
                </a:solidFill>
                <a:latin typeface="Calibri (MS)"/>
                <a:cs typeface="Calibri (MS)"/>
              </a:rPr>
              <a:t>Who is like You, majestic in holiness, awesome in splendor, working wonders!</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603044" y="1098470"/>
            <a:ext cx="6449755" cy="466344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Please rise and open your siddur:</a:t>
            </a:r>
          </a:p>
          <a:p>
            <a:pPr algn="l">
              <a:lnSpc>
                <a:spcPts val="5760"/>
              </a:lnSpc>
            </a:pPr>
            <a:r>
              <a:rPr lang="en-US" sz="3600" dirty="0">
                <a:solidFill>
                  <a:srgbClr val="FFFFFF"/>
                </a:solidFill>
                <a:latin typeface="Calibri (MS)"/>
                <a:cs typeface="Calibri (MS)"/>
              </a:rPr>
              <a:t>Adonai S’fatai — 124 or 98</a:t>
            </a:r>
          </a:p>
          <a:p>
            <a:pPr algn="l">
              <a:lnSpc>
                <a:spcPts val="5760"/>
              </a:lnSpc>
            </a:pPr>
            <a:r>
              <a:rPr lang="en-US" sz="3600" dirty="0">
                <a:solidFill>
                  <a:srgbClr val="FFFFFF"/>
                </a:solidFill>
                <a:latin typeface="Calibri (MS)"/>
                <a:cs typeface="Calibri (MS)"/>
              </a:rPr>
              <a:t>Avot v’Imahot — 126 or 100</a:t>
            </a:r>
          </a:p>
          <a:p>
            <a:pPr algn="l">
              <a:lnSpc>
                <a:spcPts val="5760"/>
              </a:lnSpc>
            </a:pPr>
            <a:r>
              <a:rPr lang="en-US" sz="3600" dirty="0">
                <a:solidFill>
                  <a:srgbClr val="FFFFFF"/>
                </a:solidFill>
                <a:latin typeface="Calibri (MS)"/>
                <a:cs typeface="Calibri (MS)"/>
              </a:rPr>
              <a:t>G’vurot — 128 or 102</a:t>
            </a:r>
          </a:p>
          <a:p>
            <a:pPr algn="l">
              <a:lnSpc>
                <a:spcPts val="5760"/>
              </a:lnSpc>
            </a:pPr>
            <a:r>
              <a:rPr lang="en-US" sz="3600" dirty="0">
                <a:solidFill>
                  <a:srgbClr val="FFFFFF"/>
                </a:solidFill>
                <a:latin typeface="Calibri (MS)"/>
                <a:cs typeface="Calibri (MS)"/>
              </a:rPr>
              <a:t>K’dushah — 130 or 104</a:t>
            </a:r>
          </a:p>
          <a:p>
            <a:pPr>
              <a:lnSpc>
                <a:spcPts val="5760"/>
              </a:lnSpc>
            </a:pPr>
            <a:r>
              <a:rPr lang="en-US" sz="3600" dirty="0">
                <a:solidFill>
                  <a:srgbClr val="FFFFFF"/>
                </a:solidFill>
                <a:latin typeface="Calibri (MS)"/>
                <a:cs typeface="Calibri (MS)"/>
              </a:rPr>
              <a:t>Student siddur — page 10</a:t>
            </a:r>
          </a:p>
          <a:p>
            <a:pPr algn="l">
              <a:lnSpc>
                <a:spcPts val="5760"/>
              </a:lnSpc>
            </a:pPr>
            <a:endParaRPr lang="en-US" sz="3600" dirty="0">
              <a:solidFill>
                <a:srgbClr val="FFFFFF"/>
              </a:solidFill>
              <a:latin typeface="Calibri (MS)"/>
              <a:cs typeface="Calibri (MS)"/>
            </a:endParaRP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lang="en-US" sz="2799" dirty="0">
                <a:solidFill>
                  <a:srgbClr val="FFFFFF"/>
                </a:solidFill>
                <a:latin typeface="Calibri (MS)"/>
                <a:cs typeface="Calibri (MS)"/>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Adonai, s’fatai tiftach,</a:t>
            </a:r>
          </a:p>
          <a:p>
            <a:pPr algn="l">
              <a:lnSpc>
                <a:spcPts val="5760"/>
              </a:lnSpc>
            </a:pPr>
            <a:r>
              <a:rPr lang="en-US" sz="3600">
                <a:solidFill>
                  <a:srgbClr val="FFFFFF"/>
                </a:solidFill>
                <a:latin typeface="Calibri (MS)"/>
                <a:cs typeface="Calibri (MS)"/>
              </a:rPr>
              <a:t>ufi yagid t’hilatecha.</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אֲדֹנָי, שְׂפָתַי תִפְתָּח,</a:t>
            </a:r>
          </a:p>
          <a:p>
            <a:pPr algn="r" rtl="1">
              <a:lnSpc>
                <a:spcPts val="5760"/>
              </a:lnSpc>
            </a:pPr>
            <a:r>
              <a:rPr lang="he-IL" sz="4500">
                <a:solidFill>
                  <a:srgbClr val="FFFFFF"/>
                </a:solidFill>
                <a:latin typeface="David Libre"/>
                <a:ea typeface="David Libre"/>
                <a:cs typeface="David Libre"/>
                <a:sym typeface="David Libre"/>
                <a:rtl/>
              </a:rPr>
              <a:t>וּפִי יַגִּיד תְּהִלָתֶֽךָ׃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אֲדֹנָי שְׂפָתַי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Adonai S’fatai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“Adonai, open my lips, that my mouth may declare Your praise.” (Psalm 51:17)</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b="1">
                <a:solidFill>
                  <a:srgbClr val="FFFFFF"/>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93192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 thought has blown the marketplace away,</a:t>
            </a:r>
          </a:p>
          <a:p>
            <a:pPr algn="l">
              <a:lnSpc>
                <a:spcPts val="5760"/>
              </a:lnSpc>
            </a:pPr>
            <a:r>
              <a:rPr lang="en-US" sz="3600">
                <a:solidFill>
                  <a:srgbClr val="FFFFFF"/>
                </a:solidFill>
                <a:latin typeface="Calibri (MS)"/>
                <a:cs typeface="Calibri (MS)"/>
              </a:rPr>
              <a:t>there is a song on the wind and joy in the trees.</a:t>
            </a:r>
          </a:p>
          <a:p>
            <a:pPr algn="l">
              <a:lnSpc>
                <a:spcPts val="5760"/>
              </a:lnSpc>
            </a:pPr>
            <a:r>
              <a:rPr lang="en-US" sz="3600">
                <a:solidFill>
                  <a:srgbClr val="FFFFFF"/>
                </a:solidFill>
                <a:latin typeface="Calibri (MS)"/>
                <a:cs typeface="Calibri (MS)"/>
              </a:rPr>
              <a:t>Shabbat has arrived in the world,</a:t>
            </a:r>
          </a:p>
          <a:p>
            <a:pPr algn="l">
              <a:lnSpc>
                <a:spcPts val="5760"/>
              </a:lnSpc>
            </a:pPr>
            <a:r>
              <a:rPr lang="en-US" sz="3600">
                <a:solidFill>
                  <a:srgbClr val="FFFFFF"/>
                </a:solidFill>
                <a:latin typeface="Calibri (MS)"/>
                <a:cs typeface="Calibri (MS)"/>
              </a:rPr>
              <a:t>scattering a song in the silence of the night,</a:t>
            </a:r>
          </a:p>
          <a:p>
            <a:pPr algn="l">
              <a:lnSpc>
                <a:spcPts val="5760"/>
              </a:lnSpc>
            </a:pPr>
            <a:r>
              <a:rPr lang="en-US" sz="3600">
                <a:solidFill>
                  <a:srgbClr val="FFFFFF"/>
                </a:solidFill>
                <a:latin typeface="Calibri (MS)"/>
                <a:cs typeface="Calibri (MS)"/>
              </a:rPr>
              <a:t>and eternity utters a day. (2x)</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Eternity Utters a Day</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“Eternity Utters a Day” — Dan Nichols, on Psalm 51:17</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b="1">
                <a:solidFill>
                  <a:srgbClr val="FFFFFF"/>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Mi </a:t>
            </a:r>
            <a:r>
              <a:rPr lang="en-US" sz="3600" dirty="0" err="1">
                <a:solidFill>
                  <a:srgbClr val="FFFFFF"/>
                </a:solidFill>
                <a:latin typeface="Calibri (MS)"/>
                <a:cs typeface="Calibri (MS)"/>
              </a:rPr>
              <a:t>shebeirach</a:t>
            </a:r>
            <a:r>
              <a:rPr lang="en-US" sz="3600" dirty="0">
                <a:solidFill>
                  <a:srgbClr val="FFFFFF"/>
                </a:solidFill>
                <a:latin typeface="Calibri (MS)"/>
                <a:cs typeface="Calibri (MS)"/>
              </a:rPr>
              <a:t> </a:t>
            </a:r>
            <a:r>
              <a:rPr lang="en-US" sz="3600" dirty="0" err="1">
                <a:solidFill>
                  <a:srgbClr val="FFFFFF"/>
                </a:solidFill>
                <a:latin typeface="Calibri (MS)"/>
                <a:cs typeface="Calibri (MS)"/>
              </a:rPr>
              <a:t>imoteinu</a:t>
            </a:r>
            <a:r>
              <a:rPr lang="en-US" sz="3600" dirty="0">
                <a:solidFill>
                  <a:srgbClr val="FFFFFF"/>
                </a:solidFill>
                <a:latin typeface="Calibri (MS)"/>
                <a:cs typeface="Calibri (MS)"/>
              </a:rPr>
              <a:t>,</a:t>
            </a:r>
          </a:p>
          <a:p>
            <a:pPr algn="l">
              <a:lnSpc>
                <a:spcPts val="5760"/>
              </a:lnSpc>
            </a:pPr>
            <a:r>
              <a:rPr lang="en-US" sz="3600" dirty="0" err="1">
                <a:solidFill>
                  <a:srgbClr val="FFFFFF"/>
                </a:solidFill>
                <a:latin typeface="Calibri (MS)"/>
                <a:cs typeface="Calibri (MS)"/>
              </a:rPr>
              <a:t>m’kor</a:t>
            </a:r>
            <a:r>
              <a:rPr lang="en-US" sz="3600" dirty="0">
                <a:solidFill>
                  <a:srgbClr val="FFFFFF"/>
                </a:solidFill>
                <a:latin typeface="Calibri (MS)"/>
                <a:cs typeface="Calibri (MS)"/>
              </a:rPr>
              <a:t> </a:t>
            </a:r>
            <a:r>
              <a:rPr lang="en-US" sz="3600" dirty="0" err="1">
                <a:solidFill>
                  <a:srgbClr val="FFFFFF"/>
                </a:solidFill>
                <a:latin typeface="Calibri (MS)"/>
                <a:cs typeface="Calibri (MS)"/>
              </a:rPr>
              <a:t>hab’rachah</a:t>
            </a:r>
            <a:r>
              <a:rPr lang="en-US" sz="3600" dirty="0">
                <a:solidFill>
                  <a:srgbClr val="FFFFFF"/>
                </a:solidFill>
                <a:latin typeface="Calibri (MS)"/>
                <a:cs typeface="Calibri (MS)"/>
              </a:rPr>
              <a:t> </a:t>
            </a:r>
            <a:r>
              <a:rPr lang="en-US" sz="3600" dirty="0" err="1">
                <a:solidFill>
                  <a:srgbClr val="FFFFFF"/>
                </a:solidFill>
                <a:latin typeface="Calibri (MS)"/>
                <a:cs typeface="Calibri (MS)"/>
              </a:rPr>
              <a:t>la’avoteinu</a:t>
            </a:r>
            <a:r>
              <a:rPr lang="en-US" sz="3600" dirty="0">
                <a:solidFill>
                  <a:srgbClr val="FFFFFF"/>
                </a:solidFill>
                <a:latin typeface="Calibri (MS)"/>
                <a:cs typeface="Calibri (MS)"/>
              </a:rPr>
              <a:t>.</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מִי שֶׁבֵּרַךְ אִמּוֹתֵינוּ,</a:t>
            </a:r>
          </a:p>
          <a:p>
            <a:pPr algn="r" rtl="1">
              <a:lnSpc>
                <a:spcPts val="5760"/>
              </a:lnSpc>
            </a:pPr>
            <a:r>
              <a:rPr lang="he-IL" sz="4500" dirty="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931920"/>
          </a:xfrm>
          <a:prstGeom prst="rect">
            <a:avLst/>
          </a:prstGeom>
        </p:spPr>
        <p:txBody>
          <a:bodyPr lIns="0" tIns="0" rIns="0" bIns="0" rtlCol="0" anchor="t"/>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rgbClr val="FFFFFF"/>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rgbClr val="FFFFFF"/>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0" name="Icon olive-branch"/>
          <p:cNvPicPr/>
          <p:nvPr/>
        </p:nvPicPr>
        <p:blipFill>
          <a:blip r:embed="rId3"/>
          <a:stretch>
            <a:fillRect/>
          </a:stretch>
        </p:blipFill>
        <p:spPr>
          <a:xfrm>
            <a:off x="5486400" y="5532120"/>
            <a:ext cx="2743200" cy="1984248"/>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b="1">
                <a:solidFill>
                  <a:srgbClr val="FFFFFF"/>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b="1">
                <a:solidFill>
                  <a:srgbClr val="FFFFFF"/>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1" name="Icon cupcake"/>
          <p:cNvPicPr/>
          <p:nvPr/>
        </p:nvPicPr>
        <p:blipFill>
          <a:blip r:embed="rId3"/>
          <a:stretch>
            <a:fillRect/>
          </a:stretch>
        </p:blipFill>
        <p:spPr>
          <a:xfrm>
            <a:off x="5952744" y="5074920"/>
            <a:ext cx="1810512" cy="265176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1005840"/>
          </a:xfrm>
          <a:prstGeom prst="rect">
            <a:avLst/>
          </a:prstGeom>
        </p:spPr>
        <p:txBody>
          <a:bodyPr lIns="0" tIns="0" rIns="0" bIns="0" rtlCol="0" anchor="t"/>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4351364"/>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nSpc>
                <a:spcPts val="5760"/>
              </a:lnSpc>
            </a:pPr>
            <a:r>
              <a:rPr lang="en-US" sz="3600" dirty="0" err="1">
                <a:solidFill>
                  <a:srgbClr val="FFFFFF"/>
                </a:solidFill>
                <a:latin typeface="Calibri (MS)"/>
                <a:cs typeface="Calibri (MS)"/>
              </a:rPr>
              <a:t>v’tzivanu</a:t>
            </a:r>
            <a:r>
              <a:rPr lang="en-US" sz="3600" dirty="0">
                <a:solidFill>
                  <a:srgbClr val="FFFFFF"/>
                </a:solidFill>
                <a:latin typeface="Calibri (MS)"/>
                <a:cs typeface="Calibri (MS)"/>
              </a:rPr>
              <a:t> </a:t>
            </a:r>
            <a:r>
              <a:rPr lang="en-US" sz="3600" dirty="0" err="1">
                <a:solidFill>
                  <a:srgbClr val="FFFFFF"/>
                </a:solidFill>
                <a:latin typeface="Calibri (MS)"/>
                <a:cs typeface="Calibri (MS)"/>
              </a:rPr>
              <a:t>l’hadlik</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b="1">
                <a:solidFill>
                  <a:srgbClr val="FFFFFF"/>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8" name="Kiddush Cup">
            <a:extLst>
              <a:ext uri="{FF2B5EF4-FFF2-40B4-BE49-F238E27FC236}">
                <a16:creationId xmlns:a16="http://schemas.microsoft.com/office/drawing/2014/main" id="{0345A001-8C34-496F-0475-2BEC620EEE53}"/>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66344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466344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pic>
        <p:nvPicPr>
          <p:cNvPr id="951" name="Kiddush Cup"/>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39496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zeicher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litziat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Mitzrayim</a:t>
            </a:r>
            <a:r>
              <a:rPr lang="en-US" sz="3600" dirty="0">
                <a:solidFill>
                  <a:srgbClr val="FFFFFF"/>
                </a:solidFill>
                <a:latin typeface="Calibri (MS)"/>
                <a:ea typeface="Calibri (MS)"/>
                <a:cs typeface="Calibri (MS)"/>
                <a:sym typeface="Calibri (MS)"/>
              </a:rPr>
              <a:t>.</a:t>
            </a:r>
          </a:p>
          <a:p>
            <a:pPr algn="l">
              <a:lnSpc>
                <a:spcPts val="5760"/>
              </a:lnSpc>
            </a:pPr>
            <a:r>
              <a:rPr lang="en-US" sz="3600" dirty="0">
                <a:solidFill>
                  <a:srgbClr val="FFFFFF"/>
                </a:solidFill>
                <a:latin typeface="Calibri (MS)"/>
                <a:ea typeface="Calibri (MS)"/>
                <a:cs typeface="Calibri (MS)"/>
                <a:sym typeface="Calibri (MS)"/>
              </a:rPr>
              <a:t>Ki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vacharta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v’otanu</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kidashta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mikol</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haamim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kodshecha</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pic>
        <p:nvPicPr>
          <p:cNvPr id="8" name="Kiddush Cup">
            <a:extLst>
              <a:ext uri="{FF2B5EF4-FFF2-40B4-BE49-F238E27FC236}">
                <a16:creationId xmlns:a16="http://schemas.microsoft.com/office/drawing/2014/main" id="{FC17CA4C-DDF0-53B9-4047-F2A83A908DD4}"/>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200400"/>
          </a:xfrm>
          <a:prstGeom prst="rect">
            <a:avLst/>
          </a:prstGeom>
        </p:spPr>
        <p:txBody>
          <a:bodyPr lIns="0" tIns="0" rIns="0" bIns="0" rtlCol="0" anchor="t"/>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200400"/>
          </a:xfrm>
          <a:prstGeom prst="rect">
            <a:avLst/>
          </a:prstGeom>
        </p:spPr>
        <p:txBody>
          <a:bodyPr lIns="0" tIns="0" rIns="0" bIns="0" rtlCol="0" anchor="t"/>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a:solidFill>
                  <a:srgbClr val="FFFFFF"/>
                </a:solidFill>
                <a:latin typeface="David Libre"/>
                <a:ea typeface="David Libre"/>
                <a:cs typeface="David Libre"/>
                <a:sym typeface="David Libre"/>
                <a:rtl/>
              </a:rPr>
              <a:t>יָאֵר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a:solidFill>
                  <a:srgbClr val="FFFFFF"/>
                </a:solidFill>
                <a:latin typeface="David Libre"/>
                <a:ea typeface="David Libre"/>
                <a:cs typeface="David Libre"/>
                <a:sym typeface="David Libre"/>
                <a:rtl/>
              </a:rPr>
              <a:t>יִשָּׂא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b="1">
                <a:solidFill>
                  <a:srgbClr val="FFFFFF"/>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Baruch </a:t>
            </a:r>
            <a:r>
              <a:rPr lang="en-US" sz="3600" dirty="0" err="1">
                <a:solidFill>
                  <a:srgbClr val="FFFFFF"/>
                </a:solidFill>
                <a:latin typeface="Calibri (MS)"/>
                <a:cs typeface="Calibri (MS)"/>
              </a:rPr>
              <a:t>atah</a:t>
            </a:r>
            <a:r>
              <a:rPr lang="en-US" sz="3600" dirty="0">
                <a:solidFill>
                  <a:srgbClr val="FFFFFF"/>
                </a:solidFill>
                <a:latin typeface="Calibri (MS)"/>
                <a:cs typeface="Calibri (MS)"/>
              </a:rPr>
              <a:t>, Adonai,</a:t>
            </a:r>
          </a:p>
          <a:p>
            <a:pPr algn="l">
              <a:lnSpc>
                <a:spcPts val="5760"/>
              </a:lnSpc>
            </a:pPr>
            <a:r>
              <a:rPr lang="en-US" sz="3600" dirty="0">
                <a:solidFill>
                  <a:srgbClr val="FFFFFF"/>
                </a:solidFill>
                <a:latin typeface="Calibri (MS)"/>
                <a:cs typeface="Calibri (MS)"/>
              </a:rPr>
              <a:t>Eloheinu Melech </a:t>
            </a:r>
            <a:r>
              <a:rPr lang="en-US" sz="3600" dirty="0" err="1">
                <a:solidFill>
                  <a:srgbClr val="FFFFFF"/>
                </a:solidFill>
                <a:latin typeface="Calibri (MS)"/>
                <a:cs typeface="Calibri (MS)"/>
              </a:rPr>
              <a:t>haolam</a:t>
            </a:r>
            <a:r>
              <a:rPr lang="en-US" sz="3600" dirty="0">
                <a:solidFill>
                  <a:srgbClr val="FFFFFF"/>
                </a:solidFill>
                <a:latin typeface="Calibri (MS)"/>
                <a:cs typeface="Calibri (MS)"/>
              </a:rPr>
              <a:t>,</a:t>
            </a:r>
          </a:p>
          <a:p>
            <a:pPr algn="l">
              <a:lnSpc>
                <a:spcPts val="5760"/>
              </a:lnSpc>
            </a:pPr>
            <a:r>
              <a:rPr lang="en-US" sz="3600" dirty="0" err="1">
                <a:solidFill>
                  <a:srgbClr val="FFFFFF"/>
                </a:solidFill>
                <a:latin typeface="Calibri (MS)"/>
                <a:cs typeface="Calibri (MS)"/>
              </a:rPr>
              <a:t>asher</a:t>
            </a:r>
            <a:r>
              <a:rPr lang="en-US" sz="3600" dirty="0">
                <a:solidFill>
                  <a:srgbClr val="FFFFFF"/>
                </a:solidFill>
                <a:latin typeface="Calibri (MS)"/>
                <a:cs typeface="Calibri (MS)"/>
              </a:rPr>
              <a:t> </a:t>
            </a:r>
            <a:r>
              <a:rPr lang="en-US" sz="3600" dirty="0" err="1">
                <a:solidFill>
                  <a:srgbClr val="FFFFFF"/>
                </a:solidFill>
                <a:latin typeface="Calibri (MS)"/>
                <a:cs typeface="Calibri (MS)"/>
              </a:rPr>
              <a:t>kid’shanu</a:t>
            </a:r>
            <a:r>
              <a:rPr lang="en-US" sz="3600" dirty="0">
                <a:solidFill>
                  <a:srgbClr val="FFFFFF"/>
                </a:solidFill>
                <a:latin typeface="Calibri (MS)"/>
                <a:cs typeface="Calibri (MS)"/>
              </a:rPr>
              <a:t> </a:t>
            </a:r>
            <a:r>
              <a:rPr lang="en-US" sz="3600" dirty="0" err="1">
                <a:solidFill>
                  <a:srgbClr val="FFFFFF"/>
                </a:solidFill>
                <a:latin typeface="Calibri (MS)"/>
                <a:cs typeface="Calibri (MS)"/>
              </a:rPr>
              <a:t>b’mitzvotav</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v’tzivanu</a:t>
            </a:r>
            <a:r>
              <a:rPr lang="en-US" sz="3600" dirty="0">
                <a:solidFill>
                  <a:srgbClr val="FFFFFF"/>
                </a:solidFill>
                <a:latin typeface="Calibri (MS)"/>
                <a:cs typeface="Calibri (MS)"/>
              </a:rPr>
              <a:t> </a:t>
            </a:r>
            <a:r>
              <a:rPr lang="en-US" sz="3600" dirty="0" err="1">
                <a:solidFill>
                  <a:srgbClr val="FFFFFF"/>
                </a:solidFill>
                <a:latin typeface="Calibri (MS)"/>
                <a:cs typeface="Calibri (MS)"/>
              </a:rPr>
              <a:t>lishmoa</a:t>
            </a:r>
            <a:r>
              <a:rPr lang="en-US" sz="3600" dirty="0">
                <a:solidFill>
                  <a:srgbClr val="FFFFFF"/>
                </a:solidFill>
                <a:latin typeface="Calibri (MS)"/>
                <a:cs typeface="Calibri (MS)"/>
              </a:rPr>
              <a:t> </a:t>
            </a:r>
            <a:r>
              <a:rPr lang="en-US" sz="3600" dirty="0" err="1">
                <a:solidFill>
                  <a:srgbClr val="FFFFFF"/>
                </a:solidFill>
                <a:latin typeface="Calibri (MS)"/>
                <a:cs typeface="Calibri (MS)"/>
              </a:rPr>
              <a:t>kol</a:t>
            </a:r>
            <a:r>
              <a:rPr lang="en-US" sz="3600" dirty="0">
                <a:solidFill>
                  <a:srgbClr val="FFFFFF"/>
                </a:solidFill>
                <a:latin typeface="Calibri (MS)"/>
                <a:cs typeface="Calibri (MS)"/>
              </a:rPr>
              <a:t> shofar.</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pic>
        <p:nvPicPr>
          <p:cNvPr id="950" name="Shofar"/>
          <p:cNvPicPr/>
          <p:nvPr/>
        </p:nvPicPr>
        <p:blipFill>
          <a:blip r:embed="rId3"/>
          <a:stretch>
            <a:fillRect/>
          </a:stretch>
        </p:blipFill>
        <p:spPr>
          <a:xfrm>
            <a:off x="5486400" y="5120640"/>
            <a:ext cx="4114800" cy="2637790"/>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b="1">
                <a:solidFill>
                  <a:srgbClr val="FFFFFF"/>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endParaRP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b="1">
                <a:solidFill>
                  <a:srgbClr val="FFFFFF"/>
                </a:solidFill>
                <a:latin typeface="Calibri (MS)"/>
                <a:cs typeface="Calibri (MS)"/>
              </a:rPr>
              <a:t>• Turn the World Around</a:t>
            </a:r>
          </a:p>
        </p:txBody>
      </p:sp>
      <p:pic>
        <p:nvPicPr>
          <p:cNvPr id="972" name="Icon earth-globe"/>
          <p:cNvPicPr/>
          <p:nvPr/>
        </p:nvPicPr>
        <p:blipFill>
          <a:blip r:embed="rId3"/>
          <a:stretch>
            <a:fillRect/>
          </a:stretch>
        </p:blipFill>
        <p:spPr>
          <a:xfrm>
            <a:off x="5349240" y="4892040"/>
            <a:ext cx="3017520" cy="2935224"/>
          </a:xfrm>
          <a:prstGeom prst="rect">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6677</TotalTime>
  <Words>2642</Words>
  <Application>Microsoft Macintosh PowerPoint</Application>
  <PresentationFormat>Custom</PresentationFormat>
  <Paragraphs>600</Paragraphs>
  <Slides>30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MF David</vt:lpstr>
      <vt:lpstr>TT Berlinerins</vt:lpstr>
      <vt:lpstr>Calibri</vt:lpstr>
      <vt:lpstr>David Libre</vt:lpstr>
      <vt:lpstr>Calibri (MS) Bold</vt:lpstr>
      <vt:lpstr>Calibri (MS)</vt:lpstr>
      <vt:lpstr>Pinata Marks Rough Shadow</vt:lpstr>
      <vt:lpstr>Times New Roman MT</vt:lpstr>
      <vt:lpstr>Helvetica Neue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11</cp:revision>
  <dcterms:created xsi:type="dcterms:W3CDTF">2006-08-16T00:00:00Z</dcterms:created>
  <dcterms:modified xsi:type="dcterms:W3CDTF">2026-08-15T22:16:00Z</dcterms:modified>
  <dc:identifier>DAHN9QH9Lxk</dc:identifier>
</cp:coreProperties>
</file>
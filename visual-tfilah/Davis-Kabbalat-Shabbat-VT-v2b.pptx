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3.xml" ContentType="application/vnd.openxmlformats-officedocument.presentationml.slide+xml"/>
  <Override PartName="/ppt/slides/slide16.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sldIdLst>
    <p:sldId id="256" r:id="rId78"/>
    <p:sldId id="257" r:id="rId87"/>
    <p:sldId id="258" r:id="rId88"/>
    <p:sldId id="259" r:id="rId4"/>
    <p:sldId id="260" r:id="rId89"/>
    <p:sldId id="261" r:id="rId90"/>
    <p:sldId id="262" r:id="rId91"/>
    <p:sldId id="263" r:id="rId92"/>
    <p:sldId id="264" r:id="rId17"/>
    <p:sldId id="265" r:id="rId93"/>
    <p:sldId id="266" r:id="rId94"/>
    <p:sldId id="267" r:id="rId95"/>
    <p:sldId id="268" r:id="rId96"/>
    <p:sldId id="269" r:id="rId24"/>
    <p:sldId id="270" r:id="rId97"/>
    <p:sldId id="271" r:id="rId98"/>
    <p:sldId id="272" r:id="rId79"/>
    <p:sldId id="273" r:id="rId99"/>
    <p:sldId id="274" r:id="rId100"/>
    <p:sldId id="275" r:id="rId80"/>
    <p:sldId id="276" r:id="rId81"/>
    <p:sldId id="277" r:id="rId82"/>
    <p:sldId id="278" r:id="rId83"/>
    <p:sldId id="279" r:id="rId84"/>
    <p:sldId id="280" r:id="rId85"/>
    <p:sldId id="281" r:id="rId86"/>
    <p:sldId id="282" r:id="rId101"/>
    <p:sldId id="283" r:id="rId102"/>
    <p:sldId id="284" r:id="rId103"/>
  </p:sldIdLst>
  <p:sldSz cx="18288000" cy="10287000"/>
  <p:notesSz cx="6858000" cy="9144000"/>
  <p:embeddedFontLst>
    <p:embeddedFont>
      <p:font typeface="Arimo Italics" panose="020B0604020202090204" pitchFamily="34" charset="0"/>
      <p:regular r:id="rId50"/>
      <p:italic r:id="rId51"/>
    </p:embeddedFont>
    <p:embeddedFont>
      <p:font typeface="Avallon Caps" pitchFamily="2" charset="0"/>
      <p:regular r:id="rId52"/>
    </p:embeddedFont>
    <p:embeddedFont>
      <p:font typeface="Bukhari Script" pitchFamily="2" charset="77"/>
      <p:regular r:id="rId53"/>
    </p:embeddedFont>
    <p:embeddedFont>
      <p:font typeface="Calibri (MS)" panose="020F0502020204030204" pitchFamily="34" charset="0"/>
      <p:regular r:id="rId54"/>
    </p:embeddedFont>
    <p:embeddedFont>
      <p:font typeface="Calibri (MS) Bold" panose="020F0702030404030204" pitchFamily="34" charset="0"/>
      <p:regular r:id="rId55"/>
      <p:bold r:id="rId56"/>
    </p:embeddedFont>
    <p:embeddedFont>
      <p:font typeface="Calibri (MS) Italics" panose="020F05020202040A0204" pitchFamily="34" charset="0"/>
      <p:regular r:id="rId57"/>
      <p:italic r:id="rId58"/>
    </p:embeddedFont>
    <p:embeddedFont>
      <p:font typeface="Canva Sans" panose="020B0503030501040103" pitchFamily="34" charset="0"/>
      <p:regular r:id="rId59"/>
    </p:embeddedFont>
    <p:embeddedFont>
      <p:font typeface="Canva Sans Italics" panose="020B0503030501040103" pitchFamily="34" charset="0"/>
      <p:regular r:id="rId60"/>
      <p:italic r:id="rId61"/>
    </p:embeddedFont>
    <p:embeddedFont>
      <p:font typeface="David Libre" pitchFamily="2" charset="-79"/>
      <p:regular r:id="rId62"/>
      <p:bold r:id="rId63"/>
    </p:embeddedFont>
    <p:embeddedFont>
      <p:font typeface="FB FRealBelet" panose="02020803050405020304" pitchFamily="18" charset="-79"/>
      <p:regular r:id="rId64"/>
      <p:bold r:id="rId65"/>
    </p:embeddedFont>
    <p:embeddedFont>
      <p:font typeface="Gladiola" pitchFamily="2" charset="77"/>
      <p:regular r:id="rId66"/>
    </p:embeddedFont>
    <p:embeddedFont>
      <p:font typeface="Helvetica Bold" pitchFamily="2" charset="0"/>
      <p:italic r:id="rId67"/>
      <p:boldItalic r:id="rId68"/>
    </p:embeddedFont>
    <p:embeddedFont>
      <p:font typeface="Neoneon" panose="02000503000000000000" pitchFamily="2" charset="0"/>
      <p:regular r:id="rId69"/>
    </p:embeddedFont>
    <p:embeddedFont>
      <p:font typeface="Pinata Marks Rough Shadow" panose="02000506000000020003" pitchFamily="2" charset="77"/>
      <p:regular r:id="rId70"/>
    </p:embeddedFont>
    <p:embeddedFont>
      <p:font typeface="TAN Headline" pitchFamily="2" charset="0"/>
      <p:regular r:id="rId71"/>
    </p:embeddedFont>
    <p:embeddedFont>
      <p:font typeface="Times New Roman MT" panose="02030502070405020303" pitchFamily="18" charset="77"/>
      <p:regular r:id="rId72"/>
    </p:embeddedFont>
    <p:embeddedFont>
      <p:font typeface="TT Berlinerins" panose="02000506040000020004" pitchFamily="2" charset="77"/>
      <p:regular r:id="rId7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4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C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autoAdjust="0"/>
    <p:restoredTop sz="94585" autoAdjust="0"/>
  </p:normalViewPr>
  <p:slideViewPr>
    <p:cSldViewPr>
      <p:cViewPr varScale="1">
        <p:scale>
          <a:sx n="75" d="100"/>
          <a:sy n="75" d="100"/>
        </p:scale>
        <p:origin x="552" y="1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63" Type="http://schemas.openxmlformats.org/officeDocument/2006/relationships/font" Target="fonts/font14.fntdata"/><Relationship Id="rId68" Type="http://schemas.openxmlformats.org/officeDocument/2006/relationships/font" Target="fonts/font19.fntdata"/><Relationship Id="rId24" Type="http://schemas.openxmlformats.org/officeDocument/2006/relationships/slide" Target="slides/slide23.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74" Type="http://schemas.openxmlformats.org/officeDocument/2006/relationships/presProps" Target="presProps.xml"/><Relationship Id="rId61" Type="http://schemas.openxmlformats.org/officeDocument/2006/relationships/font" Target="fonts/font12.fntdata"/><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font" Target="fonts/font20.fntdata"/><Relationship Id="rId77" Type="http://schemas.openxmlformats.org/officeDocument/2006/relationships/tableStyles" Target="tableStyles.xml"/><Relationship Id="rId51" Type="http://schemas.openxmlformats.org/officeDocument/2006/relationships/font" Target="fonts/font2.fntdata"/><Relationship Id="rId72" Type="http://schemas.openxmlformats.org/officeDocument/2006/relationships/font" Target="fonts/font23.fntdata"/><Relationship Id="rId17" Type="http://schemas.openxmlformats.org/officeDocument/2006/relationships/slide" Target="slides/slide16.xml"/><Relationship Id="rId59" Type="http://schemas.openxmlformats.org/officeDocument/2006/relationships/font" Target="fonts/font10.fntdata"/><Relationship Id="rId67" Type="http://schemas.openxmlformats.org/officeDocument/2006/relationships/font" Target="fonts/font18.fntdata"/><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font" Target="fonts/font21.fntdata"/><Relationship Id="rId75" Type="http://schemas.openxmlformats.org/officeDocument/2006/relationships/viewProps" Target="viewProps.xml"/><Relationship Id="rId1" Type="http://schemas.openxmlformats.org/officeDocument/2006/relationships/slideMaster" Target="slideMasters/slideMaster1.xml"/><Relationship Id="rId49" Type="http://schemas.openxmlformats.org/officeDocument/2006/relationships/notesMaster" Target="notesMasters/notesMaster1.xml"/><Relationship Id="rId57" Type="http://schemas.openxmlformats.org/officeDocument/2006/relationships/font" Target="fonts/font8.fntdata"/><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73" Type="http://schemas.openxmlformats.org/officeDocument/2006/relationships/font" Target="fonts/font24.fntdata"/><Relationship Id="rId4" Type="http://schemas.openxmlformats.org/officeDocument/2006/relationships/slide" Target="slides/slide3.xml"/><Relationship Id="rId50" Type="http://schemas.openxmlformats.org/officeDocument/2006/relationships/font" Target="fonts/font1.fntdata"/><Relationship Id="rId55" Type="http://schemas.openxmlformats.org/officeDocument/2006/relationships/font" Target="fonts/font6.fntdata"/><Relationship Id="rId76" Type="http://schemas.openxmlformats.org/officeDocument/2006/relationships/theme" Target="theme/theme1.xml"/><Relationship Id="rId71" Type="http://schemas.openxmlformats.org/officeDocument/2006/relationships/font" Target="fonts/font22.fntdata"/><Relationship Id="rId78" Type="http://schemas.openxmlformats.org/officeDocument/2006/relationships/slide" Target="slides/slide48.xml"/><Relationship Id="rId79" Type="http://schemas.openxmlformats.org/officeDocument/2006/relationships/slide" Target="slides/slide49.xml"/><Relationship Id="rId80" Type="http://schemas.openxmlformats.org/officeDocument/2006/relationships/slide" Target="slides/slide50.xml"/><Relationship Id="rId81" Type="http://schemas.openxmlformats.org/officeDocument/2006/relationships/slide" Target="slides/slide51.xml"/><Relationship Id="rId82" Type="http://schemas.openxmlformats.org/officeDocument/2006/relationships/slide" Target="slides/slide52.xml"/><Relationship Id="rId83" Type="http://schemas.openxmlformats.org/officeDocument/2006/relationships/slide" Target="slides/slide53.xml"/><Relationship Id="rId84" Type="http://schemas.openxmlformats.org/officeDocument/2006/relationships/slide" Target="slides/slide54.xml"/><Relationship Id="rId85" Type="http://schemas.openxmlformats.org/officeDocument/2006/relationships/slide" Target="slides/slide55.xml"/><Relationship Id="rId86" Type="http://schemas.openxmlformats.org/officeDocument/2006/relationships/slide" Target="slides/slide56.xml"/>  <Relationship Id="rId87" Type="http://schemas.openxmlformats.org/officeDocument/2006/relationships/slide" Target="slides/slide57.xml"/>
  <Relationship Id="rId88" Type="http://schemas.openxmlformats.org/officeDocument/2006/relationships/slide" Target="slides/slide58.xml"/>
  <Relationship Id="rId89" Type="http://schemas.openxmlformats.org/officeDocument/2006/relationships/slide" Target="slides/slide59.xml"/>
  <Relationship Id="rId90" Type="http://schemas.openxmlformats.org/officeDocument/2006/relationships/slide" Target="slides/slide60.xml"/>
  <Relationship Id="rId91" Type="http://schemas.openxmlformats.org/officeDocument/2006/relationships/slide" Target="slides/slide61.xml"/>
  <Relationship Id="rId92" Type="http://schemas.openxmlformats.org/officeDocument/2006/relationships/slide" Target="slides/slide62.xml"/>
  <Relationship Id="rId93" Type="http://schemas.openxmlformats.org/officeDocument/2006/relationships/slide" Target="slides/slide63.xml"/>
  <Relationship Id="rId94" Type="http://schemas.openxmlformats.org/officeDocument/2006/relationships/slide" Target="slides/slide64.xml"/>
  <Relationship Id="rId95" Type="http://schemas.openxmlformats.org/officeDocument/2006/relationships/slide" Target="slides/slide65.xml"/>
  <Relationship Id="rId96" Type="http://schemas.openxmlformats.org/officeDocument/2006/relationships/slide" Target="slides/slide66.xml"/>
  <Relationship Id="rId97" Type="http://schemas.openxmlformats.org/officeDocument/2006/relationships/slide" Target="slides/slide67.xml"/>
  <Relationship Id="rId98" Type="http://schemas.openxmlformats.org/officeDocument/2006/relationships/slide" Target="slides/slide68.xml"/>
  <Relationship Id="rId99" Type="http://schemas.openxmlformats.org/officeDocument/2006/relationships/slide" Target="slides/slide69.xml"/>
  <Relationship Id="rId100" Type="http://schemas.openxmlformats.org/officeDocument/2006/relationships/slide" Target="slides/slide70.xml"/>
  <Relationship Id="rId101" Type="http://schemas.openxmlformats.org/officeDocument/2006/relationships/slide" Target="slides/slide71.xml"/>
  <Relationship Id="rId102" Type="http://schemas.openxmlformats.org/officeDocument/2006/relationships/slide" Target="slides/slide72.xml"/>
  <Relationship Id="rId103" Type="http://schemas.openxmlformats.org/officeDocument/2006/relationships/slide" Target="slides/slide7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48.xml.rels><?xml version="1.0" encoding="UTF-8" standalone="yes"?><Relationships xmlns="http://schemas.openxmlformats.org/package/2006/relationships"><Relationship Id="rId3" Type="http://schemas.openxmlformats.org/officeDocument/2006/relationships/image" Target="../media/v1d_1_image2.png"/><Relationship Id="rId2" Type="http://schemas.openxmlformats.org/officeDocument/2006/relationships/image" Target="../media/v1d_1_image1.png"/><Relationship Id="rId1" Type="http://schemas.openxmlformats.org/officeDocument/2006/relationships/slideLayout" Target="../slideLayouts/slideLayout7.xml"/></Relationships>
</file>

<file path=ppt/slides/_rels/slide49.xml.rels><?xml version="1.0" encoding="UTF-8" standalone="yes"?><Relationships xmlns="http://schemas.openxmlformats.org/package/2006/relationships"><Relationship Id="rId3" Type="http://schemas.openxmlformats.org/officeDocument/2006/relationships/image" Target="../media/v1d_12_image3.png"/><Relationship Id="rId1" Type="http://schemas.openxmlformats.org/officeDocument/2006/relationships/slideLayout" Target="../slideLayouts/slideLayout7.xml"/></Relationships>
</file>

<file path=ppt/slides/_rels/slide50.xml.rels><?xml version="1.0" encoding="UTF-8" standalone="yes"?><Relationships xmlns="http://schemas.openxmlformats.org/package/2006/relationships"><Relationship Id="rId3" Type="http://schemas.openxmlformats.org/officeDocument/2006/relationships/image" Target="../media/v1d_14_image3.png"/><Relationship Id="rId1" Type="http://schemas.openxmlformats.org/officeDocument/2006/relationships/slideLayout" Target="../slideLayouts/slideLayout7.xml"/><Relationship Id="rId4" Type="http://schemas.openxmlformats.org/officeDocument/2006/relationships/image" Target="../media/v1d_14_image13.PNG"/></Relationships>
</file>

<file path=ppt/slides/_rels/slide51.xml.rels><?xml version="1.0" encoding="UTF-8" standalone="yes"?><Relationships xmlns="http://schemas.openxmlformats.org/package/2006/relationships"><Relationship Id="rId3" Type="http://schemas.openxmlformats.org/officeDocument/2006/relationships/image" Target="../media/v1d_5_image3.png"/><Relationship Id="rId1" Type="http://schemas.openxmlformats.org/officeDocument/2006/relationships/slideLayout" Target="../slideLayouts/slideLayout7.xml"/><Relationship Id="rId4" Type="http://schemas.openxmlformats.org/officeDocument/2006/relationships/image" Target="../media/v1d_5_image4.png"/></Relationships>
</file>

<file path=ppt/slides/_rels/slide52.xml.rels><?xml version="1.0" encoding="UTF-8" standalone="yes"?><Relationships xmlns="http://schemas.openxmlformats.org/package/2006/relationships"><Relationship Id="rId3" Type="http://schemas.openxmlformats.org/officeDocument/2006/relationships/image" Target="../media/v1d_7_image3.png"/><Relationship Id="rId1" Type="http://schemas.openxmlformats.org/officeDocument/2006/relationships/slideLayout" Target="../slideLayouts/slideLayout7.xml"/><Relationship Id="rId4" Type="http://schemas.openxmlformats.org/officeDocument/2006/relationships/image" Target="../media/v1d_7_image5.png"/></Relationships>
</file>

<file path=ppt/slides/_rels/slide53.xml.rels><?xml version="1.0" encoding="UTF-8" standalone="yes"?><Relationships xmlns="http://schemas.openxmlformats.org/package/2006/relationships"><Relationship Id="rId3" Type="http://schemas.openxmlformats.org/officeDocument/2006/relationships/image" Target="../media/v1d_8_image3.png"/><Relationship Id="rId1" Type="http://schemas.openxmlformats.org/officeDocument/2006/relationships/slideLayout" Target="../slideLayouts/slideLayout7.xml"/></Relationships>
</file>

<file path=ppt/slides/_rels/slide54.xml.rels><?xml version="1.0" encoding="UTF-8" standalone="yes"?><Relationships xmlns="http://schemas.openxmlformats.org/package/2006/relationships"><Relationship Id="rId3" Type="http://schemas.openxmlformats.org/officeDocument/2006/relationships/image" Target="../media/v1d_9_image3.png"/><Relationship Id="rId1" Type="http://schemas.openxmlformats.org/officeDocument/2006/relationships/slideLayout" Target="../slideLayouts/slideLayout7.xml"/></Relationships>
</file>

<file path=ppt/slides/_rels/slide55.xml.rels><?xml version="1.0" encoding="UTF-8" standalone="yes"?><Relationships xmlns="http://schemas.openxmlformats.org/package/2006/relationships"><Relationship Id="rId3" Type="http://schemas.openxmlformats.org/officeDocument/2006/relationships/image" Target="../media/v1d_11_image3.png"/><Relationship Id="rId1" Type="http://schemas.openxmlformats.org/officeDocument/2006/relationships/slideLayout" Target="../slideLayouts/slideLayout7.xml"/><Relationship Id="rId4" Type="http://schemas.openxmlformats.org/officeDocument/2006/relationships/image" Target="../media/v1d_11_image6.png"/></Relationships>
</file>

<file path=ppt/slides/_rels/slide56.xml.rels><?xml version="1.0" encoding="UTF-8" standalone="yes"?><Relationships xmlns="http://schemas.openxmlformats.org/package/2006/relationships"><Relationship Id="rId3" Type="http://schemas.openxmlformats.org/officeDocument/2006/relationships/image" Target="../media/v1d_13_image3.png"/><Relationship Id="rId1" Type="http://schemas.openxmlformats.org/officeDocument/2006/relationships/slideLayout" Target="../slideLayouts/slideLayout7.xml"/><Relationship Id="rId4" Type="http://schemas.openxmlformats.org/officeDocument/2006/relationships/image" Target="../media/v1d_13_image12.png"/></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 Id="rId13" Type="http://schemas.openxmlformats.org/officeDocument/2006/relationships/image" Target="../media/icon_shofar.png"/></Relationships>
</file>

<file path=ppt/slides/_rels/slide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3.xml.rels><?xml version="1.0" encoding="UTF-8" standalone="yes"?><Relationships xmlns="http://schemas.openxmlformats.org/package/2006/relationships"><Relationship Id="rId3" Type="http://schemas.openxmlformats.org/officeDocument/2006/relationships/image" Target="../media/v1d_1_image2.png"/><Relationship Id="rId2" Type="http://schemas.openxmlformats.org/officeDocument/2006/relationships/image" Target="../media/v1d_1_image1.png"/><Relationship Id="rId1" Type="http://schemas.openxmlformats.org/officeDocument/2006/relationships/slideLayout" Target="../slideLayouts/slideLayout7.xml"/></Relationships>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274320"/>
          <a:ext cx="0" cy="0"/>
          <a:chOff x="0" y="0"/>
          <a:chExt cx="0" cy="0"/>
        </a:xfrm>
      </p:grpSpPr>
      <p:grpSp>
        <p:nvGrpSpPr>
          <p:cNvPr id="2" name="Group 2"/>
          <p:cNvGrpSpPr/>
          <p:nvPr/>
        </p:nvGrpSpPr>
        <p:grpSpPr>
          <a:xfrm>
            <a:off x="0" y="255742"/>
            <a:ext cx="15853526" cy="222166"/>
            <a:chOff x="0" y="0"/>
            <a:chExt cx="17339733" cy="242993"/>
          </a:xfrm>
        </p:grpSpPr>
        <p:sp>
          <p:nvSpPr>
            <p:cNvPr id="3" name="Freeform 3"/>
            <p:cNvSpPr/>
            <p:nvPr/>
          </p:nvSpPr>
          <p:spPr>
            <a:xfrm>
              <a:off x="2641" y="275298"/>
              <a:ext cx="15026272" cy="208712"/>
            </a:xfrm>
            <a:custGeom>
              <a:avLst/>
              <a:gdLst/>
              <a:ahLst/>
              <a:cxnLst/>
              <a:rect l="l" t="t" r="r" b="b"/>
              <a:pathLst>
                <a:path w="17333713" h="240763">
                  <a:moveTo>
                    <a:pt x="0" y="0"/>
                  </a:moveTo>
                  <a:lnTo>
                    <a:pt x="17333713" y="0"/>
                  </a:lnTo>
                  <a:lnTo>
                    <a:pt x="17333713" y="240763"/>
                  </a:lnTo>
                  <a:lnTo>
                    <a:pt x="0" y="240763"/>
                  </a:lnTo>
                  <a:close/>
                </a:path>
              </a:pathLst>
            </a:custGeom>
            <a:solidFill>
              <a:srgbClr val="008C95"/>
            </a:solidFill>
          </p:spPr>
          <p:txBody>
            <a:bodyPr/>
            <a:lstStyle/>
            <a:p>
              <a:endParaRPr lang="en-US"/>
            </a:p>
          </p:txBody>
        </p:sp>
      </p:grpSp>
      <p:grpSp>
        <p:nvGrpSpPr>
          <p:cNvPr id="4" name="Group 4"/>
          <p:cNvGrpSpPr/>
          <p:nvPr/>
        </p:nvGrpSpPr>
        <p:grpSpPr>
          <a:xfrm>
            <a:off x="0" y="9040510"/>
            <a:ext cx="15853526" cy="153499"/>
            <a:chOff x="0" y="0"/>
            <a:chExt cx="17339733" cy="167889"/>
          </a:xfrm>
        </p:grpSpPr>
        <p:sp>
          <p:nvSpPr>
            <p:cNvPr id="5" name="Freeform 5"/>
            <p:cNvSpPr/>
            <p:nvPr/>
          </p:nvSpPr>
          <p:spPr>
            <a:xfrm>
              <a:off x="2641" y="276301"/>
              <a:ext cx="15026272" cy="141580"/>
            </a:xfrm>
            <a:custGeom>
              <a:avLst/>
              <a:gdLst/>
              <a:ahLst/>
              <a:cxnLst/>
              <a:rect l="l" t="t" r="r" b="b"/>
              <a:pathLst>
                <a:path w="17333713" h="163322">
                  <a:moveTo>
                    <a:pt x="0" y="0"/>
                  </a:moveTo>
                  <a:lnTo>
                    <a:pt x="17333713" y="0"/>
                  </a:lnTo>
                  <a:lnTo>
                    <a:pt x="17333713" y="163322"/>
                  </a:lnTo>
                  <a:lnTo>
                    <a:pt x="0" y="163322"/>
                  </a:lnTo>
                  <a:close/>
                </a:path>
              </a:pathLst>
            </a:custGeom>
            <a:solidFill>
              <a:srgbClr val="00696B"/>
            </a:solidFill>
          </p:spPr>
          <p:txBody>
            <a:bodyPr/>
            <a:lstStyle/>
            <a:p>
              <a:endParaRPr lang="en-US"/>
            </a:p>
          </p:txBody>
        </p:sp>
      </p:grpSp>
      <p:sp>
        <p:nvSpPr>
          <p:cNvPr id="6" name="Freeform 6"/>
          <p:cNvSpPr/>
          <p:nvPr/>
        </p:nvSpPr>
        <p:spPr>
          <a:xfrm>
            <a:off x="6817885" y="2642730"/>
            <a:ext cx="2217753" cy="2217753"/>
          </a:xfrm>
          <a:custGeom>
            <a:avLst/>
            <a:gdLst/>
            <a:ahLst/>
            <a:cxnLst/>
            <a:rect l="l" t="t" r="r" b="b"/>
            <a:pathLst>
              <a:path w="2558313" h="2558313">
                <a:moveTo>
                  <a:pt x="0" y="0"/>
                </a:moveTo>
                <a:lnTo>
                  <a:pt x="2558314" y="0"/>
                </a:lnTo>
                <a:lnTo>
                  <a:pt x="2558314" y="2558313"/>
                </a:lnTo>
                <a:lnTo>
                  <a:pt x="0" y="2558313"/>
                </a:lnTo>
                <a:lnTo>
                  <a:pt x="0" y="0"/>
                </a:lnTo>
                <a:close/>
              </a:path>
            </a:pathLst>
          </a:custGeom>
          <a:blipFill>
            <a:blip r:embed="rId2"/>
            <a:stretch>
              <a:fillRect/>
            </a:stretch>
          </a:blipFill>
        </p:spPr>
        <p:txBody>
          <a:bodyPr/>
          <a:lstStyle/>
          <a:p>
            <a:endParaRPr lang="en-US"/>
          </a:p>
        </p:txBody>
      </p:sp>
      <p:sp>
        <p:nvSpPr>
          <p:cNvPr id="7" name="TextBox 7"/>
          <p:cNvSpPr txBox="1"/>
          <p:nvPr/>
        </p:nvSpPr>
        <p:spPr>
          <a:xfrm>
            <a:off x="2291330" y="751708"/>
            <a:ext cx="11270866" cy="1261470"/>
          </a:xfrm>
          <a:prstGeom prst="rect">
            <a:avLst/>
          </a:prstGeom>
        </p:spPr>
        <p:txBody>
          <a:bodyPr lIns="0" tIns="0" rIns="0" bIns="0" rtlCol="0" anchor="t">
            <a:spAutoFit/>
          </a:bodyPr>
          <a:lstStyle/>
          <a:p>
            <a:pPr algn="ctr">
              <a:lnSpc>
                <a:spcPts val="9720"/>
              </a:lnSpc>
            </a:pPr>
            <a:r>
              <a:rPr lang="en-US" sz="7801" b="1">
                <a:solidFill>
                  <a:srgbClr val="008C95"/>
                </a:solidFill>
                <a:latin typeface="Calibri (MS) Bold"/>
                <a:ea typeface="Calibri (MS) Bold"/>
                <a:cs typeface="Calibri (MS) Bold"/>
                <a:sym typeface="Calibri (MS) Bold"/>
              </a:rPr>
              <a:t>L</a:t>
            </a:r>
            <a:r>
              <a:rPr lang="en-US" sz="7801" b="1">
                <a:solidFill>
                  <a:srgbClr val="FFFFFF"/>
                </a:solidFill>
                <a:latin typeface="Calibri (MS) Bold"/>
                <a:ea typeface="Calibri (MS) Bold"/>
                <a:cs typeface="Calibri (MS) Bold"/>
                <a:sym typeface="Calibri (MS) Bold"/>
              </a:rPr>
              <a:t>iving</a:t>
            </a:r>
            <a:r>
              <a:rPr lang="en-US" sz="7801" b="1">
                <a:solidFill>
                  <a:srgbClr val="2F5597"/>
                </a:solidFill>
                <a:latin typeface="Calibri (MS) Bold"/>
                <a:ea typeface="Calibri (MS) Bold"/>
                <a:cs typeface="Calibri (MS) Bold"/>
                <a:sym typeface="Calibri (MS) Bold"/>
              </a:rPr>
              <a:t> </a:t>
            </a:r>
            <a:r>
              <a:rPr lang="en-US" sz="7801" b="1">
                <a:solidFill>
                  <a:srgbClr val="008C95"/>
                </a:solidFill>
                <a:latin typeface="Calibri (MS) Bold"/>
                <a:ea typeface="Calibri (MS) Bold"/>
                <a:cs typeface="Calibri (MS) Bold"/>
                <a:sym typeface="Calibri (MS) Bold"/>
              </a:rPr>
              <a:t>O</a:t>
            </a:r>
            <a:r>
              <a:rPr lang="en-US" sz="7801" b="1">
                <a:solidFill>
                  <a:srgbClr val="FFFFFF"/>
                </a:solidFill>
                <a:latin typeface="Calibri (MS) Bold"/>
                <a:ea typeface="Calibri (MS) Bold"/>
                <a:cs typeface="Calibri (MS) Bold"/>
                <a:sym typeface="Calibri (MS) Bold"/>
              </a:rPr>
              <a:t>ur </a:t>
            </a:r>
            <a:r>
              <a:rPr lang="en-US" sz="7801" b="1">
                <a:solidFill>
                  <a:srgbClr val="008C95"/>
                </a:solidFill>
                <a:latin typeface="Calibri (MS) Bold"/>
                <a:ea typeface="Calibri (MS) Bold"/>
                <a:cs typeface="Calibri (MS) Bold"/>
                <a:sym typeface="Calibri (MS) Bold"/>
              </a:rPr>
              <a:t>V</a:t>
            </a:r>
            <a:r>
              <a:rPr lang="en-US" sz="7801" b="1">
                <a:solidFill>
                  <a:srgbClr val="FFFFFF"/>
                </a:solidFill>
                <a:latin typeface="Calibri (MS) Bold"/>
                <a:ea typeface="Calibri (MS) Bold"/>
                <a:cs typeface="Calibri (MS) Bold"/>
                <a:sym typeface="Calibri (MS) Bold"/>
              </a:rPr>
              <a:t>alues </a:t>
            </a:r>
            <a:r>
              <a:rPr lang="en-US" sz="7801" b="1">
                <a:solidFill>
                  <a:srgbClr val="008C95"/>
                </a:solidFill>
                <a:latin typeface="Calibri (MS) Bold"/>
                <a:ea typeface="Calibri (MS) Bold"/>
                <a:cs typeface="Calibri (MS) Bold"/>
                <a:sym typeface="Calibri (MS) Bold"/>
              </a:rPr>
              <a:t>E</a:t>
            </a:r>
            <a:r>
              <a:rPr lang="en-US" sz="7801" b="1">
                <a:solidFill>
                  <a:srgbClr val="FFFFFF"/>
                </a:solidFill>
                <a:latin typeface="Calibri (MS) Bold"/>
                <a:ea typeface="Calibri (MS) Bold"/>
                <a:cs typeface="Calibri (MS) Bold"/>
                <a:sym typeface="Calibri (MS) Bold"/>
              </a:rPr>
              <a:t>veryday</a:t>
            </a:r>
          </a:p>
        </p:txBody>
      </p:sp>
      <p:sp>
        <p:nvSpPr>
          <p:cNvPr id="8" name="TextBox 8"/>
          <p:cNvSpPr txBox="1"/>
          <p:nvPr/>
        </p:nvSpPr>
        <p:spPr>
          <a:xfrm>
            <a:off x="1302930" y="5151496"/>
            <a:ext cx="3423922" cy="3325925"/>
          </a:xfrm>
          <a:prstGeom prst="rect">
            <a:avLst/>
          </a:prstGeom>
        </p:spPr>
        <p:txBody>
          <a:bodyPr lIns="0" tIns="0" rIns="0" bIns="0" rtlCol="0" anchor="t">
            <a:spAutoFit/>
          </a:bodyPr>
          <a:lstStyle/>
          <a:p>
            <a:pPr algn="ctr">
              <a:lnSpc>
                <a:spcPts val="18489"/>
              </a:lnSpc>
            </a:pPr>
            <a:r>
              <a:rPr lang="he-IL" sz="12482">
                <a:solidFill>
                  <a:srgbClr val="FFFFFF"/>
                </a:solidFill>
                <a:latin typeface="David Libre"/>
                <a:ea typeface="David Libre"/>
                <a:cs typeface="David Libre"/>
                <a:sym typeface="David Libre"/>
                <a:rtl/>
              </a:rPr>
              <a:t>כָּבוֹד</a:t>
            </a:r>
          </a:p>
          <a:p>
            <a:pPr algn="ctr">
              <a:lnSpc>
                <a:spcPts val="9629"/>
              </a:lnSpc>
            </a:pPr>
            <a:r>
              <a:rPr lang="en-US" sz="6500">
                <a:solidFill>
                  <a:srgbClr val="008C95"/>
                </a:solidFill>
                <a:latin typeface="Pinata Marks Rough Shadow"/>
                <a:ea typeface="Pinata Marks Rough Shadow"/>
                <a:cs typeface="Pinata Marks Rough Shadow"/>
                <a:sym typeface="Pinata Marks Rough Shadow"/>
              </a:rPr>
              <a:t>Respect</a:t>
            </a:r>
          </a:p>
        </p:txBody>
      </p:sp>
      <p:sp>
        <p:nvSpPr>
          <p:cNvPr id="9" name="TextBox 9"/>
          <p:cNvSpPr txBox="1"/>
          <p:nvPr/>
        </p:nvSpPr>
        <p:spPr>
          <a:xfrm>
            <a:off x="10128297" y="2086729"/>
            <a:ext cx="4638155" cy="3015986"/>
          </a:xfrm>
          <a:prstGeom prst="rect">
            <a:avLst/>
          </a:prstGeom>
        </p:spPr>
        <p:txBody>
          <a:bodyPr lIns="0" tIns="0" rIns="0" bIns="0" rtlCol="0" anchor="t">
            <a:spAutoFit/>
          </a:bodyPr>
          <a:lstStyle/>
          <a:p>
            <a:pPr algn="ctr">
              <a:lnSpc>
                <a:spcPts val="16724"/>
              </a:lnSpc>
            </a:pPr>
            <a:r>
              <a:rPr lang="he-IL" sz="11291">
                <a:solidFill>
                  <a:srgbClr val="FFFFFF"/>
                </a:solidFill>
                <a:latin typeface="David Libre"/>
                <a:ea typeface="David Libre"/>
                <a:cs typeface="David Libre"/>
                <a:sym typeface="David Libre"/>
                <a:rtl/>
              </a:rPr>
              <a:t>קְהִילָּה</a:t>
            </a:r>
          </a:p>
          <a:p>
            <a:pPr algn="ctr">
              <a:lnSpc>
                <a:spcPts val="8710"/>
              </a:lnSpc>
            </a:pPr>
            <a:r>
              <a:rPr lang="en-US" sz="5880">
                <a:solidFill>
                  <a:srgbClr val="008C95"/>
                </a:solidFill>
                <a:latin typeface="Pinata Marks Rough Shadow"/>
                <a:ea typeface="Pinata Marks Rough Shadow"/>
                <a:cs typeface="Pinata Marks Rough Shadow"/>
                <a:sym typeface="Pinata Marks Rough Shadow"/>
              </a:rPr>
              <a:t>Community</a:t>
            </a:r>
          </a:p>
        </p:txBody>
      </p:sp>
      <p:sp>
        <p:nvSpPr>
          <p:cNvPr id="10" name="TextBox 10"/>
          <p:cNvSpPr txBox="1"/>
          <p:nvPr/>
        </p:nvSpPr>
        <p:spPr>
          <a:xfrm>
            <a:off x="891760" y="2037950"/>
            <a:ext cx="4777265" cy="3105289"/>
          </a:xfrm>
          <a:prstGeom prst="rect">
            <a:avLst/>
          </a:prstGeom>
        </p:spPr>
        <p:txBody>
          <a:bodyPr lIns="0" tIns="0" rIns="0" bIns="0" rtlCol="0" anchor="t">
            <a:spAutoFit/>
          </a:bodyPr>
          <a:lstStyle/>
          <a:p>
            <a:pPr algn="ctr">
              <a:lnSpc>
                <a:spcPts val="17226"/>
              </a:lnSpc>
            </a:pPr>
            <a:r>
              <a:rPr lang="en-US" sz="11630">
                <a:solidFill>
                  <a:srgbClr val="008C95"/>
                </a:solidFill>
                <a:latin typeface="Times New Roman MT"/>
                <a:ea typeface="Times New Roman MT"/>
                <a:cs typeface="Times New Roman MT"/>
                <a:sym typeface="Times New Roman MT"/>
              </a:rPr>
              <a:t> </a:t>
            </a:r>
            <a:r>
              <a:rPr lang="he-IL" sz="11630">
                <a:solidFill>
                  <a:srgbClr val="008C95"/>
                </a:solidFill>
                <a:latin typeface="David Libre"/>
                <a:ea typeface="David Libre"/>
                <a:cs typeface="David Libre"/>
                <a:sym typeface="David Libre"/>
                <a:rtl/>
              </a:rPr>
              <a:t>צֶדֶק</a:t>
            </a:r>
          </a:p>
          <a:p>
            <a:pPr algn="ctr">
              <a:lnSpc>
                <a:spcPts val="8972"/>
              </a:lnSpc>
            </a:pPr>
            <a:r>
              <a:rPr lang="en-US" sz="6056">
                <a:solidFill>
                  <a:srgbClr val="FFFFFF"/>
                </a:solidFill>
                <a:latin typeface="Pinata Marks Rough Shadow"/>
                <a:ea typeface="Pinata Marks Rough Shadow"/>
                <a:cs typeface="Pinata Marks Rough Shadow"/>
                <a:sym typeface="Pinata Marks Rough Shadow"/>
              </a:rPr>
              <a:t>Righteousness</a:t>
            </a:r>
          </a:p>
        </p:txBody>
      </p:sp>
      <p:sp>
        <p:nvSpPr>
          <p:cNvPr id="11" name="TextBox 11"/>
          <p:cNvSpPr txBox="1"/>
          <p:nvPr/>
        </p:nvSpPr>
        <p:spPr>
          <a:xfrm>
            <a:off x="5957152" y="5391713"/>
            <a:ext cx="4304672" cy="3325925"/>
          </a:xfrm>
          <a:prstGeom prst="rect">
            <a:avLst/>
          </a:prstGeom>
        </p:spPr>
        <p:txBody>
          <a:bodyPr lIns="0" tIns="0" rIns="0" bIns="0" rtlCol="0" anchor="t">
            <a:spAutoFit/>
          </a:bodyPr>
          <a:lstStyle/>
          <a:p>
            <a:pPr algn="ctr">
              <a:lnSpc>
                <a:spcPts val="18489"/>
              </a:lnSpc>
            </a:pPr>
            <a:r>
              <a:rPr lang="he-IL" sz="12482">
                <a:solidFill>
                  <a:srgbClr val="008C95"/>
                </a:solidFill>
                <a:latin typeface="David Libre"/>
                <a:ea typeface="David Libre"/>
                <a:cs typeface="David Libre"/>
                <a:sym typeface="David Libre"/>
                <a:rtl/>
              </a:rPr>
              <a:t>חָכְמָה</a:t>
            </a:r>
          </a:p>
          <a:p>
            <a:pPr algn="ctr">
              <a:lnSpc>
                <a:spcPts val="9629"/>
              </a:lnSpc>
            </a:pPr>
            <a:r>
              <a:rPr lang="en-US" sz="6500">
                <a:solidFill>
                  <a:srgbClr val="FFFFFF"/>
                </a:solidFill>
                <a:latin typeface="Pinata Marks Rough Shadow"/>
                <a:ea typeface="Pinata Marks Rough Shadow"/>
                <a:cs typeface="Pinata Marks Rough Shadow"/>
                <a:sym typeface="Pinata Marks Rough Shadow"/>
              </a:rPr>
              <a:t>Wisdom</a:t>
            </a:r>
          </a:p>
        </p:txBody>
      </p:sp>
      <p:sp>
        <p:nvSpPr>
          <p:cNvPr id="12" name="TextBox 12"/>
          <p:cNvSpPr txBox="1"/>
          <p:nvPr/>
        </p:nvSpPr>
        <p:spPr>
          <a:xfrm>
            <a:off x="11492125" y="5152258"/>
            <a:ext cx="3060611" cy="3325925"/>
          </a:xfrm>
          <a:prstGeom prst="rect">
            <a:avLst/>
          </a:prstGeom>
        </p:spPr>
        <p:txBody>
          <a:bodyPr lIns="0" tIns="0" rIns="0" bIns="0" rtlCol="0" anchor="t">
            <a:spAutoFit/>
          </a:bodyPr>
          <a:lstStyle/>
          <a:p>
            <a:pPr algn="ctr">
              <a:lnSpc>
                <a:spcPts val="18489"/>
              </a:lnSpc>
            </a:pPr>
            <a:r>
              <a:rPr lang="he-IL" sz="12482">
                <a:solidFill>
                  <a:srgbClr val="FFFFFF"/>
                </a:solidFill>
                <a:latin typeface="David Libre"/>
                <a:ea typeface="David Libre"/>
                <a:cs typeface="David Libre"/>
                <a:sym typeface="David Libre"/>
                <a:rtl/>
              </a:rPr>
              <a:t>רוּחַ</a:t>
            </a:r>
          </a:p>
          <a:p>
            <a:pPr algn="ctr">
              <a:lnSpc>
                <a:spcPts val="9629"/>
              </a:lnSpc>
            </a:pPr>
            <a:r>
              <a:rPr lang="en-US" sz="6500">
                <a:solidFill>
                  <a:srgbClr val="008C95"/>
                </a:solidFill>
                <a:latin typeface="Pinata Marks Rough Shadow"/>
                <a:ea typeface="Pinata Marks Rough Shadow"/>
                <a:cs typeface="Pinata Marks Rough Shadow"/>
                <a:sym typeface="Pinata Marks Rough Shadow"/>
              </a:rPr>
              <a:t>Spirit</a:t>
            </a:r>
          </a:p>
        </p:txBody>
      </p:sp>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b="1">
                <a:solidFill>
                  <a:srgbClr val="FFFFFF"/>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9FAA"/>
        </a:solidFill>
        <a:effectLst/>
      </p:bgPr>
    </p:bg>
    <p:spTree>
      <p:nvGrpSpPr>
        <p:cNvPr id="1" name=""/>
        <p:cNvGrpSpPr/>
        <p:nvPr/>
      </p:nvGrpSpPr>
      <p:grpSpPr>
        <a:xfrm>
          <a:off x="0" y="0"/>
          <a:ext cx="0" cy="0"/>
          <a:chOff x="0" y="0"/>
          <a:chExt cx="0" cy="0"/>
        </a:xfrm>
      </p:grpSpPr>
      <p:grpSp>
        <p:nvGrpSpPr>
          <p:cNvPr id="2" name="Group 2"/>
          <p:cNvGrpSpPr/>
          <p:nvPr/>
        </p:nvGrpSpPr>
        <p:grpSpPr>
          <a:xfrm>
            <a:off x="0" y="-1096"/>
            <a:ext cx="18288000" cy="523372"/>
            <a:chOff x="0" y="0"/>
            <a:chExt cx="17198647" cy="492197"/>
          </a:xfrm>
        </p:grpSpPr>
        <p:sp>
          <p:nvSpPr>
            <p:cNvPr id="3" name="Freeform 3"/>
            <p:cNvSpPr/>
            <p:nvPr/>
          </p:nvSpPr>
          <p:spPr>
            <a:xfrm>
              <a:off x="3022" y="2286"/>
              <a:ext cx="17192677" cy="487680"/>
            </a:xfrm>
            <a:custGeom>
              <a:avLst/>
              <a:gdLst/>
              <a:ahLst/>
              <a:cxnLst/>
              <a:rect l="l" t="t" r="r" b="b"/>
              <a:pathLst>
                <a:path w="17192677" h="487680">
                  <a:moveTo>
                    <a:pt x="0" y="0"/>
                  </a:moveTo>
                  <a:lnTo>
                    <a:pt x="17192677" y="0"/>
                  </a:lnTo>
                  <a:lnTo>
                    <a:pt x="17192677" y="487680"/>
                  </a:lnTo>
                  <a:lnTo>
                    <a:pt x="0" y="487680"/>
                  </a:lnTo>
                  <a:close/>
                </a:path>
              </a:pathLst>
            </a:custGeom>
            <a:solidFill>
              <a:srgbClr val="4565AB"/>
            </a:solidFill>
          </p:spPr>
          <p:txBody>
            <a:bodyPr/>
            <a:lstStyle/>
            <a:p>
              <a:endParaRPr lang="en-US"/>
            </a:p>
          </p:txBody>
        </p:sp>
      </p:grpSp>
      <p:sp>
        <p:nvSpPr>
          <p:cNvPr id="4" name="TextBox 4"/>
          <p:cNvSpPr txBox="1"/>
          <p:nvPr/>
        </p:nvSpPr>
        <p:spPr>
          <a:xfrm>
            <a:off x="832511" y="982170"/>
            <a:ext cx="6865921" cy="7144560"/>
          </a:xfrm>
          <a:prstGeom prst="rect">
            <a:avLst/>
          </a:prstGeom>
        </p:spPr>
        <p:txBody>
          <a:bodyPr lIns="0" tIns="0" rIns="0" bIns="0" rtlCol="0" anchor="t">
            <a:spAutoFit/>
          </a:bodyPr>
          <a:lstStyle/>
          <a:p>
            <a:pPr algn="l">
              <a:lnSpc>
                <a:spcPts val="6352"/>
              </a:lnSpc>
            </a:pPr>
            <a:r>
              <a:rPr lang="en-US" sz="3528">
                <a:solidFill>
                  <a:srgbClr val="000000"/>
                </a:solidFill>
                <a:latin typeface="Helvetica"/>
                <a:ea typeface="Helvetica"/>
                <a:cs typeface="Helvetica"/>
                <a:sym typeface="Helvetica"/>
              </a:rPr>
              <a:t>You shall love Adonai your God </a:t>
            </a:r>
          </a:p>
          <a:p>
            <a:pPr algn="l">
              <a:lnSpc>
                <a:spcPts val="6352"/>
              </a:lnSpc>
            </a:pPr>
            <a:r>
              <a:rPr lang="en-US" sz="3528">
                <a:solidFill>
                  <a:srgbClr val="000000"/>
                </a:solidFill>
                <a:latin typeface="Helvetica"/>
                <a:ea typeface="Helvetica"/>
                <a:cs typeface="Helvetica"/>
                <a:sym typeface="Helvetica"/>
              </a:rPr>
              <a:t>with all your heart, </a:t>
            </a:r>
          </a:p>
          <a:p>
            <a:pPr algn="l">
              <a:lnSpc>
                <a:spcPts val="6352"/>
              </a:lnSpc>
            </a:pPr>
            <a:r>
              <a:rPr lang="en-US" sz="3528">
                <a:solidFill>
                  <a:srgbClr val="000000"/>
                </a:solidFill>
                <a:latin typeface="Helvetica"/>
                <a:ea typeface="Helvetica"/>
                <a:cs typeface="Helvetica"/>
                <a:sym typeface="Helvetica"/>
              </a:rPr>
              <a:t>with all your soul, </a:t>
            </a:r>
          </a:p>
          <a:p>
            <a:pPr algn="l">
              <a:lnSpc>
                <a:spcPts val="6352"/>
              </a:lnSpc>
            </a:pPr>
            <a:r>
              <a:rPr lang="en-US" sz="3528">
                <a:solidFill>
                  <a:srgbClr val="000000"/>
                </a:solidFill>
                <a:latin typeface="Helvetica"/>
                <a:ea typeface="Helvetica"/>
                <a:cs typeface="Helvetica"/>
                <a:sym typeface="Helvetica"/>
              </a:rPr>
              <a:t>and with all your might. </a:t>
            </a:r>
          </a:p>
          <a:p>
            <a:pPr algn="l">
              <a:lnSpc>
                <a:spcPts val="6352"/>
              </a:lnSpc>
            </a:pPr>
            <a:endParaRPr lang="en-US" sz="3528">
              <a:solidFill>
                <a:srgbClr val="000000"/>
              </a:solidFill>
              <a:latin typeface="Helvetica"/>
              <a:ea typeface="Helvetica"/>
              <a:cs typeface="Helvetica"/>
              <a:sym typeface="Helvetica"/>
            </a:endParaRPr>
          </a:p>
          <a:p>
            <a:pPr algn="l">
              <a:lnSpc>
                <a:spcPts val="6352"/>
              </a:lnSpc>
            </a:pPr>
            <a:r>
              <a:rPr lang="en-US" sz="3528">
                <a:solidFill>
                  <a:srgbClr val="000000"/>
                </a:solidFill>
                <a:latin typeface="Helvetica"/>
                <a:ea typeface="Helvetica"/>
                <a:cs typeface="Helvetica"/>
                <a:sym typeface="Helvetica"/>
              </a:rPr>
              <a:t>Place the words</a:t>
            </a:r>
          </a:p>
          <a:p>
            <a:pPr algn="l">
              <a:lnSpc>
                <a:spcPts val="6352"/>
              </a:lnSpc>
            </a:pPr>
            <a:r>
              <a:rPr lang="en-US" sz="3528">
                <a:solidFill>
                  <a:srgbClr val="000000"/>
                </a:solidFill>
                <a:latin typeface="Helvetica"/>
                <a:ea typeface="Helvetica"/>
                <a:cs typeface="Helvetica"/>
                <a:sym typeface="Helvetica"/>
              </a:rPr>
              <a:t>I command you today</a:t>
            </a:r>
          </a:p>
          <a:p>
            <a:pPr algn="l">
              <a:lnSpc>
                <a:spcPts val="6352"/>
              </a:lnSpc>
            </a:pPr>
            <a:r>
              <a:rPr lang="en-US" sz="3528">
                <a:solidFill>
                  <a:srgbClr val="000000"/>
                </a:solidFill>
                <a:latin typeface="Helvetica"/>
                <a:ea typeface="Helvetica"/>
                <a:cs typeface="Helvetica"/>
                <a:sym typeface="Helvetica"/>
              </a:rPr>
              <a:t>on your heart. </a:t>
            </a:r>
          </a:p>
          <a:p>
            <a:pPr algn="l">
              <a:lnSpc>
                <a:spcPts val="6352"/>
              </a:lnSpc>
            </a:pPr>
            <a:r>
              <a:rPr lang="en-US" sz="3528">
                <a:solidFill>
                  <a:srgbClr val="000000"/>
                </a:solidFill>
                <a:latin typeface="Helvetica"/>
                <a:ea typeface="Helvetica"/>
                <a:cs typeface="Helvetica"/>
                <a:sym typeface="Helvetica"/>
              </a:rPr>
              <a:t>…</a:t>
            </a:r>
          </a:p>
        </p:txBody>
      </p:sp>
      <p:sp>
        <p:nvSpPr>
          <p:cNvPr id="5" name="TextBox 5"/>
          <p:cNvSpPr txBox="1"/>
          <p:nvPr/>
        </p:nvSpPr>
        <p:spPr>
          <a:xfrm>
            <a:off x="12743806" y="952500"/>
            <a:ext cx="4710728" cy="7174230"/>
          </a:xfrm>
          <a:prstGeom prst="rect">
            <a:avLst/>
          </a:prstGeom>
        </p:spPr>
        <p:txBody>
          <a:bodyPr lIns="0" tIns="0" rIns="0" bIns="0" rtlCol="0" anchor="t">
            <a:spAutoFit/>
          </a:bodyPr>
          <a:lstStyle/>
          <a:p>
            <a:pPr algn="r" rtl="1">
              <a:lnSpc>
                <a:spcPts val="6300"/>
              </a:lnSpc>
            </a:pPr>
            <a:r>
              <a:rPr lang="he-IL" sz="4200">
                <a:solidFill>
                  <a:srgbClr val="000000"/>
                </a:solidFill>
                <a:latin typeface="David Libre"/>
                <a:ea typeface="David Libre"/>
                <a:cs typeface="David Libre"/>
                <a:sym typeface="David Libre"/>
                <a:rtl/>
              </a:rPr>
              <a:t>וְאָהַבְתָּ אֵת יְהֹוָה אֱלֹהֶֽיךָ בְּכָל֯־לְ֯בָבְ֒ךָ</a:t>
            </a:r>
          </a:p>
          <a:p>
            <a:pPr algn="r" rtl="1">
              <a:lnSpc>
                <a:spcPts val="6300"/>
              </a:lnSpc>
            </a:pPr>
            <a:r>
              <a:rPr lang="he-IL" sz="4200">
                <a:solidFill>
                  <a:srgbClr val="000000"/>
                </a:solidFill>
                <a:latin typeface="David Libre"/>
                <a:ea typeface="David Libre"/>
                <a:cs typeface="David Libre"/>
                <a:sym typeface="David Libre"/>
                <a:rtl/>
              </a:rPr>
              <a:t>וּבְכָל־נַפְשְׁ֒ךָ</a:t>
            </a:r>
          </a:p>
          <a:p>
            <a:pPr algn="r" rtl="1">
              <a:lnSpc>
                <a:spcPts val="6300"/>
              </a:lnSpc>
            </a:pPr>
            <a:r>
              <a:rPr lang="he-IL" sz="4200">
                <a:solidFill>
                  <a:srgbClr val="000000"/>
                </a:solidFill>
                <a:latin typeface="David Libre"/>
                <a:ea typeface="David Libre"/>
                <a:cs typeface="David Libre"/>
                <a:sym typeface="David Libre"/>
                <a:rtl/>
              </a:rPr>
              <a:t>וּבְכָל־מְאֹדֶֽךָ:</a:t>
            </a:r>
          </a:p>
          <a:p>
            <a:pPr algn="r" rtl="1">
              <a:lnSpc>
                <a:spcPts val="6300"/>
              </a:lnSpc>
            </a:pPr>
            <a:endParaRPr lang="he-IL" sz="4200">
              <a:solidFill>
                <a:srgbClr val="000000"/>
              </a:solidFill>
              <a:latin typeface="David Libre"/>
              <a:ea typeface="David Libre"/>
              <a:cs typeface="David Libre"/>
              <a:sym typeface="David Libre"/>
              <a:rtl/>
            </a:endParaRPr>
          </a:p>
          <a:p>
            <a:pPr algn="r" rtl="1">
              <a:lnSpc>
                <a:spcPts val="6300"/>
              </a:lnSpc>
            </a:pPr>
            <a:r>
              <a:rPr lang="he-IL" sz="4200">
                <a:solidFill>
                  <a:srgbClr val="000000"/>
                </a:solidFill>
                <a:latin typeface="David Libre"/>
                <a:ea typeface="David Libre"/>
                <a:cs typeface="David Libre"/>
                <a:sym typeface="David Libre"/>
                <a:rtl/>
              </a:rPr>
              <a:t>וְהָיוּ הַדְּ֒בָרִים הָאֵֽלֶּה</a:t>
            </a:r>
          </a:p>
          <a:p>
            <a:pPr algn="r" rtl="1">
              <a:lnSpc>
                <a:spcPts val="6300"/>
              </a:lnSpc>
            </a:pPr>
            <a:r>
              <a:rPr lang="he-IL" sz="4200">
                <a:solidFill>
                  <a:srgbClr val="000000"/>
                </a:solidFill>
                <a:latin typeface="David Libre"/>
                <a:ea typeface="David Libre"/>
                <a:cs typeface="David Libre"/>
                <a:sym typeface="David Libre"/>
                <a:rtl/>
              </a:rPr>
              <a:t>אֲשֶׁר֯ אָ֯נֹכִי מְצַוְּ֒ךָ</a:t>
            </a:r>
          </a:p>
          <a:p>
            <a:pPr algn="r" rtl="1">
              <a:lnSpc>
                <a:spcPts val="6300"/>
              </a:lnSpc>
            </a:pPr>
            <a:r>
              <a:rPr lang="he-IL" sz="4200">
                <a:solidFill>
                  <a:srgbClr val="000000"/>
                </a:solidFill>
                <a:latin typeface="David Libre"/>
                <a:ea typeface="David Libre"/>
                <a:cs typeface="David Libre"/>
                <a:sym typeface="David Libre"/>
                <a:rtl/>
              </a:rPr>
              <a:t>הַיּוֹם עַל֯־לְ֯בָבֶֽךָ:</a:t>
            </a:r>
          </a:p>
          <a:p>
            <a:pPr algn="r">
              <a:lnSpc>
                <a:spcPts val="6300"/>
              </a:lnSpc>
            </a:pPr>
            <a:r>
              <a:rPr lang="en-US" sz="4200">
                <a:solidFill>
                  <a:srgbClr val="000000"/>
                </a:solidFill>
                <a:latin typeface="David Libre"/>
                <a:ea typeface="David Libre"/>
                <a:cs typeface="David Libre"/>
                <a:sym typeface="David Libre"/>
              </a:rPr>
              <a:t>...</a:t>
            </a:r>
          </a:p>
        </p:txBody>
      </p:sp>
      <p:grpSp>
        <p:nvGrpSpPr>
          <p:cNvPr id="6" name="Group 6"/>
          <p:cNvGrpSpPr>
            <a:grpSpLocks noChangeAspect="1"/>
          </p:cNvGrpSpPr>
          <p:nvPr/>
        </p:nvGrpSpPr>
        <p:grpSpPr>
          <a:xfrm>
            <a:off x="8217396" y="3963816"/>
            <a:ext cx="2122027" cy="5889298"/>
            <a:chOff x="0" y="0"/>
            <a:chExt cx="1744937" cy="4842753"/>
          </a:xfrm>
        </p:grpSpPr>
        <p:sp>
          <p:nvSpPr>
            <p:cNvPr id="7" name="Freeform 7"/>
            <p:cNvSpPr/>
            <p:nvPr/>
          </p:nvSpPr>
          <p:spPr>
            <a:xfrm>
              <a:off x="0" y="0"/>
              <a:ext cx="1744980" cy="4842764"/>
            </a:xfrm>
            <a:custGeom>
              <a:avLst/>
              <a:gdLst/>
              <a:ahLst/>
              <a:cxnLst/>
              <a:rect l="l" t="t" r="r" b="b"/>
              <a:pathLst>
                <a:path w="1744980" h="4842764">
                  <a:moveTo>
                    <a:pt x="0" y="0"/>
                  </a:moveTo>
                  <a:lnTo>
                    <a:pt x="1744980" y="0"/>
                  </a:lnTo>
                  <a:lnTo>
                    <a:pt x="1744980" y="4842764"/>
                  </a:lnTo>
                  <a:lnTo>
                    <a:pt x="0" y="4842764"/>
                  </a:lnTo>
                  <a:lnTo>
                    <a:pt x="0" y="0"/>
                  </a:lnTo>
                  <a:close/>
                </a:path>
              </a:pathLst>
            </a:custGeom>
            <a:blipFill>
              <a:blip r:embed="rId2"/>
              <a:stretch>
                <a:fillRect t="-82" r="2" b="-82"/>
              </a:stretch>
            </a:blipFill>
          </p:spPr>
          <p:txBody>
            <a:bodyPr/>
            <a:lstStyle/>
            <a:p>
              <a:endParaRPr lang="en-US"/>
            </a:p>
          </p:txBody>
        </p:sp>
      </p:grpSp>
      <p:grpSp>
        <p:nvGrpSpPr>
          <p:cNvPr id="8" name="Group 8"/>
          <p:cNvGrpSpPr/>
          <p:nvPr/>
        </p:nvGrpSpPr>
        <p:grpSpPr>
          <a:xfrm>
            <a:off x="150790" y="147044"/>
            <a:ext cx="5453045" cy="306007"/>
            <a:chOff x="0" y="0"/>
            <a:chExt cx="5128226" cy="287779"/>
          </a:xfrm>
        </p:grpSpPr>
        <p:sp>
          <p:nvSpPr>
            <p:cNvPr id="9" name="Freeform 9"/>
            <p:cNvSpPr/>
            <p:nvPr/>
          </p:nvSpPr>
          <p:spPr>
            <a:xfrm>
              <a:off x="15511536" y="8833104"/>
              <a:ext cx="2094230" cy="1243584"/>
            </a:xfrm>
            <a:custGeom>
              <a:avLst/>
              <a:gdLst/>
              <a:ahLst/>
              <a:cxnLst/>
              <a:rect l="l" t="t" r="r" b="b"/>
              <a:pathLst>
                <a:path w="5128226" h="287779">
                  <a:moveTo>
                    <a:pt x="0" y="0"/>
                  </a:moveTo>
                  <a:lnTo>
                    <a:pt x="5128226" y="0"/>
                  </a:lnTo>
                  <a:lnTo>
                    <a:pt x="5128226" y="287779"/>
                  </a:lnTo>
                  <a:lnTo>
                    <a:pt x="0" y="287779"/>
                  </a:lnTo>
                  <a:close/>
                </a:path>
              </a:pathLst>
            </a:custGeom>
          </p:spPr>
          <p:txBody>
            <a:bodyPr/>
            <a:lstStyle/>
            <a:p>
              <a:endParaRPr lang="en-US"/>
            </a:p>
          </p:txBody>
        </p:sp>
        <p:sp>
          <p:nvSpPr>
            <p:cNvPr id="10" name="TextBox 10"/>
            <p:cNvSpPr txBox="1"/>
            <p:nvPr/>
          </p:nvSpPr>
          <p:spPr>
            <a:xfrm>
              <a:off x="0" y="-19050"/>
              <a:ext cx="5128226" cy="306829"/>
            </a:xfrm>
            <a:prstGeom prst="rect">
              <a:avLst/>
            </a:prstGeom>
          </p:spPr>
          <p:txBody>
            <a:bodyPr lIns="0" tIns="0" rIns="0" bIns="0" rtlCol="0" anchor="ctr"/>
            <a:lstStyle/>
            <a:p>
              <a:pPr algn="l">
                <a:lnSpc>
                  <a:spcPts val="2041"/>
                </a:lnSpc>
              </a:pPr>
              <a:r>
                <a:rPr lang="en-US" sz="1701" b="1">
                  <a:solidFill>
                    <a:srgbClr val="EFAC4B"/>
                  </a:solidFill>
                  <a:latin typeface="Helvetica Bold"/>
                  <a:ea typeface="Helvetica Bold"/>
                  <a:cs typeface="Helvetica Bold"/>
                  <a:sym typeface="Helvetica Bold"/>
                </a:rPr>
                <a:t>SH’MA AND ITS BLESSING </a:t>
              </a:r>
              <a:r>
                <a:rPr lang="en-US" sz="1701">
                  <a:solidFill>
                    <a:srgbClr val="EFAC4B"/>
                  </a:solidFill>
                  <a:latin typeface="Helvetica"/>
                  <a:ea typeface="Helvetica"/>
                  <a:cs typeface="Helvetica"/>
                  <a:sym typeface="Helvetica"/>
                </a:rPr>
                <a:t>| </a:t>
              </a:r>
              <a:r>
                <a:rPr lang="en-US" sz="1701" b="1" i="1">
                  <a:solidFill>
                    <a:srgbClr val="EFAC4B"/>
                  </a:solidFill>
                  <a:latin typeface="Helvetica Bold Italics"/>
                  <a:ea typeface="Helvetica Bold Italics"/>
                  <a:cs typeface="Helvetica Bold Italics"/>
                  <a:sym typeface="Helvetica Bold Italics"/>
                </a:rPr>
                <a:t>SH’MA UVIRCHOTEHA</a:t>
              </a:r>
            </a:p>
          </p:txBody>
        </p:sp>
      </p:grpSp>
      <p:grpSp>
        <p:nvGrpSpPr>
          <p:cNvPr id="11" name="Group 11"/>
          <p:cNvGrpSpPr>
            <a:grpSpLocks noChangeAspect="1"/>
          </p:cNvGrpSpPr>
          <p:nvPr/>
        </p:nvGrpSpPr>
        <p:grpSpPr>
          <a:xfrm>
            <a:off x="16172158" y="12650"/>
            <a:ext cx="1913686" cy="495882"/>
            <a:chOff x="0" y="0"/>
            <a:chExt cx="1799694" cy="466344"/>
          </a:xfrm>
        </p:grpSpPr>
        <p:sp>
          <p:nvSpPr>
            <p:cNvPr id="12" name="Freeform 12"/>
            <p:cNvSpPr/>
            <p:nvPr/>
          </p:nvSpPr>
          <p:spPr>
            <a:xfrm>
              <a:off x="0" y="0"/>
              <a:ext cx="1799717" cy="466344"/>
            </a:xfrm>
            <a:custGeom>
              <a:avLst/>
              <a:gdLst/>
              <a:ahLst/>
              <a:cxnLst/>
              <a:rect l="l" t="t" r="r" b="b"/>
              <a:pathLst>
                <a:path w="1799717" h="466344">
                  <a:moveTo>
                    <a:pt x="0" y="0"/>
                  </a:moveTo>
                  <a:lnTo>
                    <a:pt x="1799717" y="0"/>
                  </a:lnTo>
                  <a:lnTo>
                    <a:pt x="1799717" y="466344"/>
                  </a:lnTo>
                  <a:lnTo>
                    <a:pt x="0" y="466344"/>
                  </a:lnTo>
                  <a:lnTo>
                    <a:pt x="0" y="0"/>
                  </a:lnTo>
                  <a:close/>
                </a:path>
              </a:pathLst>
            </a:custGeom>
            <a:blipFill>
              <a:blip r:embed="rId3"/>
              <a:stretch>
                <a:fillRect r="1"/>
              </a:stretch>
            </a:blipFill>
          </p:spPr>
          <p:txBody>
            <a:bodyPr/>
            <a:lstStyle/>
            <a:p>
              <a:endParaRPr lang="en-US"/>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circl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A3367"/>
        </a:solidFill>
        <a:effectLst/>
      </p:bgPr>
    </p:bg>
    <p:spTree>
      <p:nvGrpSpPr>
        <p:cNvPr id="1" name=""/>
        <p:cNvGrpSpPr/>
        <p:nvPr/>
      </p:nvGrpSpPr>
      <p:grpSpPr>
        <a:xfrm>
          <a:off x="0" y="0"/>
          <a:ext cx="0" cy="0"/>
          <a:chOff x="0" y="0"/>
          <a:chExt cx="0" cy="0"/>
        </a:xfrm>
      </p:grpSpPr>
      <p:grpSp>
        <p:nvGrpSpPr>
          <p:cNvPr id="2" name="Group 2"/>
          <p:cNvGrpSpPr/>
          <p:nvPr/>
        </p:nvGrpSpPr>
        <p:grpSpPr>
          <a:xfrm>
            <a:off x="2270927" y="-15073"/>
            <a:ext cx="13722700" cy="517826"/>
            <a:chOff x="0" y="0"/>
            <a:chExt cx="13011153" cy="490976"/>
          </a:xfrm>
        </p:grpSpPr>
        <p:sp>
          <p:nvSpPr>
            <p:cNvPr id="3" name="Freeform 3"/>
            <p:cNvSpPr/>
            <p:nvPr/>
          </p:nvSpPr>
          <p:spPr>
            <a:xfrm>
              <a:off x="1651" y="1651"/>
              <a:ext cx="13007975" cy="487680"/>
            </a:xfrm>
            <a:custGeom>
              <a:avLst/>
              <a:gdLst/>
              <a:ahLst/>
              <a:cxnLst/>
              <a:rect l="l" t="t" r="r" b="b"/>
              <a:pathLst>
                <a:path w="13007975" h="487680">
                  <a:moveTo>
                    <a:pt x="0" y="0"/>
                  </a:moveTo>
                  <a:lnTo>
                    <a:pt x="13007975" y="0"/>
                  </a:lnTo>
                  <a:lnTo>
                    <a:pt x="13007975" y="487680"/>
                  </a:lnTo>
                  <a:lnTo>
                    <a:pt x="0" y="487680"/>
                  </a:lnTo>
                  <a:close/>
                </a:path>
              </a:pathLst>
            </a:custGeom>
            <a:solidFill>
              <a:srgbClr val="00696B"/>
            </a:solidFill>
          </p:spPr>
          <p:txBody>
            <a:bodyPr/>
            <a:lstStyle/>
            <a:p>
              <a:endParaRPr lang="en-US"/>
            </a:p>
          </p:txBody>
        </p:sp>
      </p:grpSp>
      <p:grpSp>
        <p:nvGrpSpPr>
          <p:cNvPr id="4" name="Group 4"/>
          <p:cNvGrpSpPr/>
          <p:nvPr/>
        </p:nvGrpSpPr>
        <p:grpSpPr>
          <a:xfrm>
            <a:off x="2270927" y="10115507"/>
            <a:ext cx="13722700" cy="175700"/>
            <a:chOff x="0" y="0"/>
            <a:chExt cx="13011153" cy="166590"/>
          </a:xfrm>
        </p:grpSpPr>
        <p:sp>
          <p:nvSpPr>
            <p:cNvPr id="5" name="Freeform 5"/>
            <p:cNvSpPr/>
            <p:nvPr/>
          </p:nvSpPr>
          <p:spPr>
            <a:xfrm>
              <a:off x="1651" y="1651"/>
              <a:ext cx="13007975" cy="163322"/>
            </a:xfrm>
            <a:custGeom>
              <a:avLst/>
              <a:gdLst/>
              <a:ahLst/>
              <a:cxnLst/>
              <a:rect l="l" t="t" r="r" b="b"/>
              <a:pathLst>
                <a:path w="13007975" h="163322">
                  <a:moveTo>
                    <a:pt x="0" y="0"/>
                  </a:moveTo>
                  <a:lnTo>
                    <a:pt x="13007975" y="0"/>
                  </a:lnTo>
                  <a:lnTo>
                    <a:pt x="13007975" y="163322"/>
                  </a:lnTo>
                  <a:lnTo>
                    <a:pt x="0" y="163322"/>
                  </a:lnTo>
                  <a:close/>
                </a:path>
              </a:pathLst>
            </a:custGeom>
            <a:solidFill>
              <a:srgbClr val="00696B"/>
            </a:solidFill>
          </p:spPr>
          <p:txBody>
            <a:bodyPr/>
            <a:lstStyle/>
            <a:p>
              <a:endParaRPr lang="en-US"/>
            </a:p>
          </p:txBody>
        </p:sp>
      </p:grpSp>
      <p:grpSp>
        <p:nvGrpSpPr>
          <p:cNvPr id="6" name="Group 6"/>
          <p:cNvGrpSpPr/>
          <p:nvPr/>
        </p:nvGrpSpPr>
        <p:grpSpPr>
          <a:xfrm>
            <a:off x="12934" y="-15940"/>
            <a:ext cx="18283533" cy="517826"/>
            <a:chOff x="0" y="0"/>
            <a:chExt cx="13011153" cy="490976"/>
          </a:xfrm>
        </p:grpSpPr>
        <p:sp>
          <p:nvSpPr>
            <p:cNvPr id="7" name="Freeform 7"/>
            <p:cNvSpPr/>
            <p:nvPr/>
          </p:nvSpPr>
          <p:spPr>
            <a:xfrm>
              <a:off x="1651" y="1651"/>
              <a:ext cx="13007975" cy="487680"/>
            </a:xfrm>
            <a:custGeom>
              <a:avLst/>
              <a:gdLst/>
              <a:ahLst/>
              <a:cxnLst/>
              <a:rect l="l" t="t" r="r" b="b"/>
              <a:pathLst>
                <a:path w="13007975" h="487680">
                  <a:moveTo>
                    <a:pt x="0" y="0"/>
                  </a:moveTo>
                  <a:lnTo>
                    <a:pt x="13007975" y="0"/>
                  </a:lnTo>
                  <a:lnTo>
                    <a:pt x="13007975" y="487680"/>
                  </a:lnTo>
                  <a:lnTo>
                    <a:pt x="0" y="487680"/>
                  </a:lnTo>
                  <a:close/>
                </a:path>
              </a:pathLst>
            </a:custGeom>
            <a:solidFill>
              <a:srgbClr val="00696B"/>
            </a:solidFill>
          </p:spPr>
          <p:txBody>
            <a:bodyPr/>
            <a:lstStyle/>
            <a:p>
              <a:endParaRPr lang="en-US"/>
            </a:p>
          </p:txBody>
        </p:sp>
      </p:grpSp>
      <p:sp>
        <p:nvSpPr>
          <p:cNvPr id="9" name="Freeform 9"/>
          <p:cNvSpPr/>
          <p:nvPr/>
        </p:nvSpPr>
        <p:spPr>
          <a:xfrm>
            <a:off x="15511536" y="8833104"/>
            <a:ext cx="2094230" cy="1243584"/>
          </a:xfrm>
          <a:custGeom>
            <a:avLst/>
            <a:gdLst/>
            <a:ahLst/>
            <a:cxnLst/>
            <a:rect l="l" t="t" r="r" b="b"/>
            <a:pathLst>
              <a:path w="2145762" h="464654">
                <a:moveTo>
                  <a:pt x="0" y="0"/>
                </a:moveTo>
                <a:lnTo>
                  <a:pt x="2145762" y="0"/>
                </a:lnTo>
                <a:lnTo>
                  <a:pt x="2145762" y="464654"/>
                </a:lnTo>
                <a:lnTo>
                  <a:pt x="0" y="464654"/>
                </a:lnTo>
                <a:close/>
              </a:path>
            </a:pathLst>
          </a:custGeom>
        </p:spPr>
        <p:txBody>
          <a:bodyPr/>
          <a:lstStyle/>
          <a:p>
            <a:endParaRPr lang="en-US"/>
          </a:p>
        </p:txBody>
      </p:sp>
      <p:grpSp>
        <p:nvGrpSpPr>
          <p:cNvPr id="11" name="Group 11"/>
          <p:cNvGrpSpPr/>
          <p:nvPr/>
        </p:nvGrpSpPr>
        <p:grpSpPr>
          <a:xfrm>
            <a:off x="0" y="10114749"/>
            <a:ext cx="18288000" cy="172252"/>
            <a:chOff x="0" y="0"/>
            <a:chExt cx="13011153" cy="166590"/>
          </a:xfrm>
        </p:grpSpPr>
        <p:sp>
          <p:nvSpPr>
            <p:cNvPr id="12" name="Freeform 12"/>
            <p:cNvSpPr/>
            <p:nvPr/>
          </p:nvSpPr>
          <p:spPr>
            <a:xfrm>
              <a:off x="1651" y="1651"/>
              <a:ext cx="13007975" cy="163322"/>
            </a:xfrm>
            <a:custGeom>
              <a:avLst/>
              <a:gdLst/>
              <a:ahLst/>
              <a:cxnLst/>
              <a:rect l="l" t="t" r="r" b="b"/>
              <a:pathLst>
                <a:path w="13007975" h="163322">
                  <a:moveTo>
                    <a:pt x="0" y="0"/>
                  </a:moveTo>
                  <a:lnTo>
                    <a:pt x="13007975" y="0"/>
                  </a:lnTo>
                  <a:lnTo>
                    <a:pt x="13007975" y="163322"/>
                  </a:lnTo>
                  <a:lnTo>
                    <a:pt x="0" y="163322"/>
                  </a:lnTo>
                  <a:close/>
                </a:path>
              </a:pathLst>
            </a:custGeom>
            <a:solidFill>
              <a:srgbClr val="00696B"/>
            </a:solidFill>
          </p:spPr>
          <p:txBody>
            <a:bodyPr/>
            <a:lstStyle/>
            <a:p>
              <a:endParaRPr lang="en-US"/>
            </a:p>
          </p:txBody>
        </p:sp>
      </p:grpSp>
      <p:sp>
        <p:nvSpPr>
          <p:cNvPr id="13" name="TextBox 13"/>
          <p:cNvSpPr txBox="1"/>
          <p:nvPr/>
        </p:nvSpPr>
        <p:spPr>
          <a:xfrm>
            <a:off x="2202459" y="8257325"/>
            <a:ext cx="8777784" cy="784786"/>
          </a:xfrm>
          <a:prstGeom prst="rect">
            <a:avLst/>
          </a:prstGeom>
        </p:spPr>
        <p:txBody>
          <a:bodyPr lIns="0" tIns="0" rIns="0" bIns="0" rtlCol="0" anchor="t">
            <a:spAutoFit/>
          </a:bodyPr>
          <a:lstStyle/>
          <a:p>
            <a:pPr algn="ctr">
              <a:lnSpc>
                <a:spcPts val="6458"/>
              </a:lnSpc>
            </a:pPr>
            <a:r>
              <a:rPr lang="en-US" sz="3588" i="1" dirty="0">
                <a:solidFill>
                  <a:srgbClr val="F3D048"/>
                </a:solidFill>
                <a:latin typeface="Helvetica Italics"/>
                <a:ea typeface="Helvetica Italics"/>
                <a:cs typeface="Helvetica Italics"/>
                <a:sym typeface="Helvetica Italics"/>
              </a:rPr>
              <a:t>Adonai, </a:t>
            </a:r>
            <a:r>
              <a:rPr lang="en-US" sz="3588" i="1" dirty="0" err="1">
                <a:solidFill>
                  <a:srgbClr val="F3D048"/>
                </a:solidFill>
                <a:latin typeface="Helvetica Italics"/>
                <a:ea typeface="Helvetica Italics"/>
                <a:cs typeface="Helvetica Italics"/>
                <a:sym typeface="Helvetica Italics"/>
              </a:rPr>
              <a:t>s’fatai</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tiftach</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ufi</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yagid</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t’hilatecha</a:t>
            </a:r>
            <a:r>
              <a:rPr lang="en-US" sz="3588" i="1" dirty="0">
                <a:solidFill>
                  <a:srgbClr val="F3D048"/>
                </a:solidFill>
                <a:latin typeface="Helvetica Italics"/>
                <a:ea typeface="Helvetica Italics"/>
                <a:cs typeface="Helvetica Italics"/>
                <a:sym typeface="Helvetica Italics"/>
              </a:rPr>
              <a:t>.</a:t>
            </a:r>
          </a:p>
        </p:txBody>
      </p:sp>
      <p:grpSp>
        <p:nvGrpSpPr>
          <p:cNvPr id="14" name="Group 14"/>
          <p:cNvGrpSpPr>
            <a:grpSpLocks noChangeAspect="1"/>
          </p:cNvGrpSpPr>
          <p:nvPr/>
        </p:nvGrpSpPr>
        <p:grpSpPr>
          <a:xfrm>
            <a:off x="10958034" y="5223730"/>
            <a:ext cx="5035593" cy="4800810"/>
            <a:chOff x="0" y="0"/>
            <a:chExt cx="7397633" cy="7052721"/>
          </a:xfrm>
        </p:grpSpPr>
        <p:sp>
          <p:nvSpPr>
            <p:cNvPr id="15" name="Freeform 15"/>
            <p:cNvSpPr/>
            <p:nvPr/>
          </p:nvSpPr>
          <p:spPr>
            <a:xfrm>
              <a:off x="0" y="0"/>
              <a:ext cx="7397623" cy="7052691"/>
            </a:xfrm>
            <a:custGeom>
              <a:avLst/>
              <a:gdLst/>
              <a:ahLst/>
              <a:cxnLst/>
              <a:rect l="l" t="t" r="r" b="b"/>
              <a:pathLst>
                <a:path w="7397623" h="7052691">
                  <a:moveTo>
                    <a:pt x="0" y="0"/>
                  </a:moveTo>
                  <a:lnTo>
                    <a:pt x="7397623" y="0"/>
                  </a:lnTo>
                  <a:lnTo>
                    <a:pt x="7397623" y="7052691"/>
                  </a:lnTo>
                  <a:lnTo>
                    <a:pt x="0" y="7052691"/>
                  </a:lnTo>
                  <a:lnTo>
                    <a:pt x="0" y="0"/>
                  </a:lnTo>
                  <a:close/>
                </a:path>
              </a:pathLst>
            </a:custGeom>
            <a:blipFill>
              <a:blip r:embed="rId2"/>
              <a:stretch>
                <a:fillRect l="-1" r="-1"/>
              </a:stretch>
            </a:blipFill>
          </p:spPr>
          <p:txBody>
            <a:bodyPr/>
            <a:lstStyle/>
            <a:p>
              <a:endParaRPr lang="en-US"/>
            </a:p>
          </p:txBody>
        </p:sp>
      </p:grpSp>
      <p:grpSp>
        <p:nvGrpSpPr>
          <p:cNvPr id="16" name="Group 16"/>
          <p:cNvGrpSpPr>
            <a:grpSpLocks noChangeAspect="1"/>
          </p:cNvGrpSpPr>
          <p:nvPr/>
        </p:nvGrpSpPr>
        <p:grpSpPr>
          <a:xfrm>
            <a:off x="4545407" y="5960669"/>
            <a:ext cx="5569120" cy="1804018"/>
            <a:chOff x="0" y="0"/>
            <a:chExt cx="4094077" cy="1326204"/>
          </a:xfrm>
        </p:grpSpPr>
        <p:sp>
          <p:nvSpPr>
            <p:cNvPr id="17" name="Freeform 17"/>
            <p:cNvSpPr/>
            <p:nvPr/>
          </p:nvSpPr>
          <p:spPr>
            <a:xfrm>
              <a:off x="0" y="0"/>
              <a:ext cx="4094099" cy="1326261"/>
            </a:xfrm>
            <a:custGeom>
              <a:avLst/>
              <a:gdLst/>
              <a:ahLst/>
              <a:cxnLst/>
              <a:rect l="l" t="t" r="r" b="b"/>
              <a:pathLst>
                <a:path w="4094099" h="1326261">
                  <a:moveTo>
                    <a:pt x="0" y="0"/>
                  </a:moveTo>
                  <a:lnTo>
                    <a:pt x="4094099" y="0"/>
                  </a:lnTo>
                  <a:lnTo>
                    <a:pt x="4094099" y="1326261"/>
                  </a:lnTo>
                  <a:lnTo>
                    <a:pt x="0" y="1326261"/>
                  </a:lnTo>
                  <a:lnTo>
                    <a:pt x="0" y="0"/>
                  </a:lnTo>
                  <a:close/>
                </a:path>
              </a:pathLst>
            </a:custGeom>
            <a:blipFill>
              <a:blip r:embed="rId3"/>
              <a:stretch>
                <a:fillRect b="4"/>
              </a:stretch>
            </a:blipFill>
          </p:spPr>
          <p:txBody>
            <a:bodyPr/>
            <a:lstStyle/>
            <a:p>
              <a:endParaRPr lang="en-US"/>
            </a:p>
          </p:txBody>
        </p:sp>
      </p:grpSp>
      <p:grpSp>
        <p:nvGrpSpPr>
          <p:cNvPr id="18" name="Group 18"/>
          <p:cNvGrpSpPr>
            <a:grpSpLocks noChangeAspect="1"/>
          </p:cNvGrpSpPr>
          <p:nvPr/>
        </p:nvGrpSpPr>
        <p:grpSpPr>
          <a:xfrm>
            <a:off x="14032470" y="502754"/>
            <a:ext cx="1969530" cy="4720976"/>
            <a:chOff x="0" y="0"/>
            <a:chExt cx="1867406" cy="4476185"/>
          </a:xfrm>
        </p:grpSpPr>
        <p:sp>
          <p:nvSpPr>
            <p:cNvPr id="19" name="Freeform 19"/>
            <p:cNvSpPr/>
            <p:nvPr/>
          </p:nvSpPr>
          <p:spPr>
            <a:xfrm>
              <a:off x="0" y="0"/>
              <a:ext cx="1867408" cy="4476242"/>
            </a:xfrm>
            <a:custGeom>
              <a:avLst/>
              <a:gdLst/>
              <a:ahLst/>
              <a:cxnLst/>
              <a:rect l="l" t="t" r="r" b="b"/>
              <a:pathLst>
                <a:path w="1867408" h="4476242">
                  <a:moveTo>
                    <a:pt x="0" y="0"/>
                  </a:moveTo>
                  <a:lnTo>
                    <a:pt x="1867408" y="0"/>
                  </a:lnTo>
                  <a:lnTo>
                    <a:pt x="1867408" y="4476242"/>
                  </a:lnTo>
                  <a:lnTo>
                    <a:pt x="0" y="4476242"/>
                  </a:lnTo>
                  <a:lnTo>
                    <a:pt x="0" y="0"/>
                  </a:lnTo>
                  <a:close/>
                </a:path>
              </a:pathLst>
            </a:custGeom>
            <a:blipFill>
              <a:blip r:embed="rId4"/>
              <a:stretch>
                <a:fillRect b="1"/>
              </a:stretch>
            </a:blipFill>
          </p:spPr>
          <p:txBody>
            <a:bodyPr/>
            <a:lstStyle/>
            <a:p>
              <a:endParaRPr lang="en-US"/>
            </a:p>
          </p:txBody>
        </p:sp>
      </p:grpSp>
      <p:sp>
        <p:nvSpPr>
          <p:cNvPr id="23" name="TextBox 23"/>
          <p:cNvSpPr txBox="1"/>
          <p:nvPr/>
        </p:nvSpPr>
        <p:spPr>
          <a:xfrm>
            <a:off x="3314700" y="719166"/>
            <a:ext cx="9560765" cy="4050026"/>
          </a:xfrm>
          <a:prstGeom prst="rect">
            <a:avLst/>
          </a:prstGeom>
        </p:spPr>
        <p:txBody>
          <a:bodyPr lIns="0" tIns="0" rIns="0" bIns="0" rtlCol="0" anchor="t">
            <a:spAutoFit/>
          </a:bodyPr>
          <a:lstStyle/>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A thought has blown the market place away</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There is a song on the wind and joy in the trees</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Shabbat has arrived in the world</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Scattering a song in the silence of the night</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And eternity utters a day (2x)</a:t>
            </a:r>
          </a:p>
        </p:txBody>
      </p:sp>
      <p:sp>
        <p:nvSpPr>
          <p:cNvPr id="24" name="TextBox 22">
            <a:extLst>
              <a:ext uri="{FF2B5EF4-FFF2-40B4-BE49-F238E27FC236}">
                <a16:creationId xmlns:a16="http://schemas.microsoft.com/office/drawing/2014/main" id="{77C47C40-BCF7-ACED-024B-7FE19EF906A3}"/>
              </a:ext>
            </a:extLst>
          </p:cNvPr>
          <p:cNvSpPr txBox="1"/>
          <p:nvPr/>
        </p:nvSpPr>
        <p:spPr>
          <a:xfrm>
            <a:off x="178769" y="55044"/>
            <a:ext cx="3019452" cy="467802"/>
          </a:xfrm>
          <a:prstGeom prst="rect">
            <a:avLst/>
          </a:prstGeom>
        </p:spPr>
        <p:txBody>
          <a:bodyPr lIns="0" tIns="0" rIns="0" bIns="0" rtlCol="0" anchor="ctr"/>
          <a:lstStyle/>
          <a:p>
            <a:pPr algn="l">
              <a:lnSpc>
                <a:spcPts val="3037"/>
              </a:lnSpc>
            </a:pPr>
            <a:r>
              <a:rPr lang="en-US" sz="2531" dirty="0">
                <a:solidFill>
                  <a:srgbClr val="F6CB58"/>
                </a:solidFill>
                <a:latin typeface="Helvetica"/>
                <a:ea typeface="Helvetica"/>
                <a:cs typeface="Helvetica"/>
                <a:sym typeface="Helvetica"/>
              </a:rPr>
              <a:t>Eternity Utters a Day</a:t>
            </a:r>
          </a:p>
        </p:txBody>
      </p:sp>
      <p:sp>
        <p:nvSpPr>
          <p:cNvPr id="25" name="TextBox 10">
            <a:extLst>
              <a:ext uri="{FF2B5EF4-FFF2-40B4-BE49-F238E27FC236}">
                <a16:creationId xmlns:a16="http://schemas.microsoft.com/office/drawing/2014/main" id="{FF3F6A40-7614-D592-2D4F-43104274625D}"/>
              </a:ext>
            </a:extLst>
          </p:cNvPr>
          <p:cNvSpPr txBox="1"/>
          <p:nvPr/>
        </p:nvSpPr>
        <p:spPr>
          <a:xfrm>
            <a:off x="15982892" y="1775"/>
            <a:ext cx="2263109" cy="510157"/>
          </a:xfrm>
          <a:prstGeom prst="rect">
            <a:avLst/>
          </a:prstGeom>
        </p:spPr>
        <p:txBody>
          <a:bodyPr lIns="0" tIns="0" rIns="0" bIns="0" rtlCol="0" anchor="ctr"/>
          <a:lstStyle/>
          <a:p>
            <a:pPr algn="ctr">
              <a:lnSpc>
                <a:spcPts val="3038"/>
              </a:lnSpc>
            </a:pPr>
            <a:r>
              <a:rPr lang="en-US" sz="2531" dirty="0">
                <a:solidFill>
                  <a:srgbClr val="F6CB58"/>
                </a:solidFill>
                <a:latin typeface="Helvetica"/>
                <a:ea typeface="Helvetica"/>
                <a:cs typeface="Helvetica"/>
                <a:sym typeface="Helvetica"/>
              </a:rPr>
              <a:t>Dan Nichols</a:t>
            </a:r>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b="1">
                <a:solidFill>
                  <a:srgbClr val="FFFFFF"/>
                </a:solidFill>
                <a:latin typeface="Calibri (MS)"/>
                <a:cs typeface="Calibri (MS)"/>
              </a:rPr>
              <a:t>• Amidah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654911"/>
          </a:xfrm>
          <a:prstGeom prst="rect">
            <a:avLst/>
          </a:prstGeom>
        </p:spPr>
        <p:txBody>
          <a:bodyPr lIns="0" tIns="0" rIns="0" bIns="0" rtlCol="0" anchor="t">
            <a:spAutoFit/>
          </a:bodyPr>
          <a:lstStyle/>
          <a:p>
            <a:pPr algn="l">
              <a:lnSpc>
                <a:spcPts val="5760"/>
              </a:lnSpc>
            </a:pPr>
            <a:r>
              <a:rPr lang="en-US" sz="3600" dirty="0" err="1">
                <a:solidFill>
                  <a:srgbClr val="FFFFFF"/>
                </a:solidFill>
                <a:latin typeface="Calibri (MS)"/>
                <a:ea typeface="Calibri (MS)"/>
                <a:cs typeface="Calibri (MS)"/>
                <a:sym typeface="Calibri (MS)"/>
              </a:rPr>
              <a:t>Oseh</a:t>
            </a:r>
            <a:r>
              <a:rPr lang="en-US" sz="3600" dirty="0">
                <a:solidFill>
                  <a:srgbClr val="FFFFFF"/>
                </a:solidFill>
                <a:latin typeface="Calibri (MS)"/>
                <a:ea typeface="Calibri (MS)"/>
                <a:cs typeface="Calibri (MS)"/>
                <a:sym typeface="Calibri (MS)"/>
              </a:rPr>
              <a:t> shalom </a:t>
            </a:r>
            <a:r>
              <a:rPr lang="en-US" sz="3600" dirty="0" err="1">
                <a:solidFill>
                  <a:srgbClr val="FFFFFF"/>
                </a:solidFill>
                <a:latin typeface="Calibri (MS)"/>
                <a:ea typeface="Calibri (MS)"/>
                <a:cs typeface="Calibri (MS)"/>
                <a:sym typeface="Calibri (MS)"/>
              </a:rPr>
              <a:t>bimromav</a:t>
            </a:r>
            <a:r>
              <a:rPr lang="en-US" sz="3600" dirty="0">
                <a:solidFill>
                  <a:srgbClr val="FFFFFF"/>
                </a:solidFill>
                <a:latin typeface="Calibri (MS)"/>
                <a:ea typeface="Calibri (MS)"/>
                <a:cs typeface="Calibri (MS)"/>
                <a:sym typeface="Calibri (MS)"/>
              </a:rPr>
              <a:t>,</a:t>
            </a:r>
          </a:p>
          <a:p>
            <a:pPr algn="l">
              <a:lnSpc>
                <a:spcPts val="5760"/>
              </a:lnSpc>
            </a:pPr>
            <a:r>
              <a:rPr lang="en-US" sz="3600">
                <a:solidFill>
                  <a:srgbClr val="FFFFFF"/>
                </a:solidFill>
                <a:latin typeface="Calibri (MS)"/>
                <a:ea typeface="Calibri (MS)"/>
                <a:cs typeface="Calibri (MS)"/>
                <a:sym typeface="Calibri (MS)"/>
              </a:rPr>
              <a:t>hu yaaseh shalom aleinu,</a:t>
            </a:r>
          </a:p>
          <a:p>
            <a:pPr algn="l">
              <a:lnSpc>
                <a:spcPts val="5760"/>
              </a:lnSpc>
            </a:pPr>
            <a:r>
              <a:rPr lang="en-US" sz="3600">
                <a:solidFill>
                  <a:srgbClr val="FFFFFF"/>
                </a:solidFill>
                <a:latin typeface="Calibri (MS)"/>
                <a:ea typeface="Calibri (MS)"/>
                <a:cs typeface="Calibri (MS)"/>
                <a:sym typeface="Calibri (MS)"/>
              </a:rPr>
              <a:t>v’al kol Yisrael,</a:t>
            </a:r>
          </a:p>
          <a:p>
            <a:pPr algn="l">
              <a:lnSpc>
                <a:spcPts val="5760"/>
              </a:lnSpc>
            </a:pPr>
            <a:r>
              <a:rPr lang="en-US" sz="3600">
                <a:solidFill>
                  <a:schemeClr val="tx1">
                    <a:lumMod val="50000"/>
                    <a:lumOff val="50000"/>
                  </a:schemeClr>
                </a:solidFill>
                <a:latin typeface="Calibri (MS)"/>
                <a:ea typeface="Calibri (MS)"/>
                <a:cs typeface="Calibri (MS)"/>
                <a:sym typeface="Calibri (MS)"/>
              </a:rPr>
              <a:t>v’al kol yosh’vei teiveil,</a:t>
            </a:r>
          </a:p>
          <a:p>
            <a:pPr algn="l">
              <a:lnSpc>
                <a:spcPts val="5760"/>
              </a:lnSpc>
            </a:pPr>
            <a:r>
              <a:rPr lang="en-US" sz="3600">
                <a:solidFill>
                  <a:srgbClr val="FFFFFF"/>
                </a:solidFill>
                <a:latin typeface="Calibri (MS)"/>
                <a:ea typeface="Calibri (MS)"/>
                <a:cs typeface="Calibri (MS)"/>
                <a:sym typeface="Calibri (MS)"/>
              </a:rPr>
              <a:t>v’imru: Amen.</a:t>
            </a:r>
          </a:p>
        </p:txBody>
      </p:sp>
      <p:sp>
        <p:nvSpPr>
          <p:cNvPr id="11" name="TextBox 11"/>
          <p:cNvSpPr txBox="1"/>
          <p:nvPr/>
        </p:nvSpPr>
        <p:spPr>
          <a:xfrm>
            <a:off x="8665588" y="1095006"/>
            <a:ext cx="5794490" cy="3684855"/>
          </a:xfrm>
          <a:prstGeom prst="rect">
            <a:avLst/>
          </a:prstGeom>
        </p:spPr>
        <p:txBody>
          <a:bodyPr lIns="0" tIns="0" rIns="0" bIns="0" rtlCol="0" anchor="t">
            <a:spAutoFit/>
          </a:bodyPr>
          <a:lstStyle/>
          <a:p>
            <a:pPr algn="r" rtl="1">
              <a:lnSpc>
                <a:spcPts val="5760"/>
              </a:lnSpc>
            </a:pPr>
            <a:r>
              <a:rPr lang="he-IL" sz="4500" dirty="0">
                <a:solidFill>
                  <a:srgbClr val="FFFFFF"/>
                </a:solidFill>
                <a:latin typeface="David Libre"/>
                <a:ea typeface="David Libre"/>
                <a:cs typeface="David Libre"/>
                <a:sym typeface="David Libre"/>
                <a:rtl/>
              </a:rPr>
              <a:t>עֹשֶׂה שָׁלוֹם בִּמְרוֹמָיו,</a:t>
            </a:r>
          </a:p>
          <a:p>
            <a:pPr algn="r" rtl="1">
              <a:lnSpc>
                <a:spcPts val="5760"/>
              </a:lnSpc>
            </a:pPr>
            <a:r>
              <a:rPr lang="he-IL" sz="4500" dirty="0">
                <a:solidFill>
                  <a:srgbClr val="FFFFFF"/>
                </a:solidFill>
                <a:latin typeface="David Libre"/>
                <a:ea typeface="David Libre"/>
                <a:cs typeface="David Libre"/>
                <a:sym typeface="David Libre"/>
                <a:rtl/>
              </a:rPr>
              <a:t>הוּא יַעֲשֶׂה שָׁלוֹם עָלֵינוּ,</a:t>
            </a:r>
          </a:p>
          <a:p>
            <a:pPr algn="r" rtl="1">
              <a:lnSpc>
                <a:spcPts val="5760"/>
              </a:lnSpc>
            </a:pPr>
            <a:r>
              <a:rPr lang="he-IL" sz="4500" dirty="0">
                <a:solidFill>
                  <a:srgbClr val="FFFFFF"/>
                </a:solidFill>
                <a:latin typeface="David Libre"/>
                <a:ea typeface="David Libre"/>
                <a:cs typeface="David Libre"/>
                <a:sym typeface="David Libre"/>
                <a:rtl/>
              </a:rPr>
              <a:t>וְעַל כָּל יִשְׂרָאֵל,</a:t>
            </a:r>
          </a:p>
          <a:p>
            <a:pPr algn="r" rtl="1">
              <a:lnSpc>
                <a:spcPts val="5760"/>
              </a:lnSpc>
            </a:pPr>
            <a:r>
              <a:rPr lang="he-IL" sz="4500" dirty="0">
                <a:solidFill>
                  <a:schemeClr val="tx1">
                    <a:lumMod val="50000"/>
                    <a:lumOff val="50000"/>
                  </a:schemeClr>
                </a:solidFill>
                <a:latin typeface="David Libre"/>
                <a:ea typeface="David Libre"/>
                <a:cs typeface="David Libre"/>
                <a:sym typeface="David Libre"/>
                <a:rtl/>
              </a:rPr>
              <a:t>וְעַל כָּל יוֹשְׁבֵי תֵבֵל,</a:t>
            </a:r>
          </a:p>
          <a:p>
            <a:pPr algn="r" rtl="1">
              <a:lnSpc>
                <a:spcPts val="5760"/>
              </a:lnSpc>
            </a:pPr>
            <a:r>
              <a:rPr lang="he-IL" sz="4500" dirty="0">
                <a:solidFill>
                  <a:srgbClr val="FFFFFF"/>
                </a:solidFill>
                <a:latin typeface="David Libre"/>
                <a:ea typeface="David Libre"/>
                <a:cs typeface="David Libre"/>
                <a:sym typeface="David Libre"/>
                <a:rtl/>
              </a:rPr>
              <a:t>וְאִמְרוּ: אָמֵן.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עֹשֶׂה שָׁלוֹם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Oseh Shalom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the One who makes peace in the high heavens make peace for us, for all Israel, and for all who dwell on earth. And let us say: Amen.</a:t>
            </a:r>
          </a:p>
        </p:txBody>
      </p:sp>
      <p:sp>
        <p:nvSpPr>
          <p:cNvPr id="4" name="Freeform 9">
            <a:extLst>
              <a:ext uri="{FF2B5EF4-FFF2-40B4-BE49-F238E27FC236}">
                <a16:creationId xmlns:a16="http://schemas.microsoft.com/office/drawing/2014/main" id="{9F0BB950-7DD1-E6CE-6D66-BD3035171452}"/>
              </a:ext>
            </a:extLst>
          </p:cNvPr>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b="1">
                <a:solidFill>
                  <a:srgbClr val="FFFFFF"/>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11480" y="1020736"/>
            <a:ext cx="13990320" cy="6532220"/>
          </a:xfrm>
          <a:prstGeom prst="rect">
            <a:avLst/>
          </a:prstGeom>
        </p:spPr>
        <p:txBody>
          <a:bodyPr lIns="0" tIns="0" rIns="0" bIns="0" rtlCol="0" anchor="t">
            <a:spAutoFit/>
          </a:bodyPr>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אֲבָנִים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590DD101-3657-41EF-745F-4F12FC835809}"/>
              </a:ext>
            </a:extLst>
          </p:cNvPr>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1" name="Picture 10">
            <a:extLst>
              <a:ext uri="{FF2B5EF4-FFF2-40B4-BE49-F238E27FC236}">
                <a16:creationId xmlns:a16="http://schemas.microsoft.com/office/drawing/2014/main" id="{3D83D63B-33AC-94E4-FC0A-83F47F8915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64935" y="3274694"/>
            <a:ext cx="6655403" cy="5288932"/>
          </a:xfrm>
          <a:prstGeom prst="rect">
            <a:avLst/>
          </a:prstGeom>
        </p:spPr>
      </p:pic>
      <p:sp>
        <p:nvSpPr>
          <p:cNvPr id="14" name="TextBox 13">
            <a:extLst>
              <a:ext uri="{FF2B5EF4-FFF2-40B4-BE49-F238E27FC236}">
                <a16:creationId xmlns:a16="http://schemas.microsoft.com/office/drawing/2014/main" id="{E7B02E88-71F4-CCD5-3137-03B7BAD4A589}"/>
              </a:ext>
            </a:extLst>
          </p:cNvPr>
          <p:cNvSpPr txBox="1"/>
          <p:nvPr/>
        </p:nvSpPr>
        <p:spPr>
          <a:xfrm>
            <a:off x="1719823" y="835030"/>
            <a:ext cx="11373633" cy="2934137"/>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“Teach us to count our days, </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so that we may acquire a wise and loving heart.”</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Psalm 90:12</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a:t>
            </a:r>
          </a:p>
        </p:txBody>
      </p:sp>
      <p:sp>
        <p:nvSpPr>
          <p:cNvPr id="16" name="Rectangle 15">
            <a:extLst>
              <a:ext uri="{FF2B5EF4-FFF2-40B4-BE49-F238E27FC236}">
                <a16:creationId xmlns:a16="http://schemas.microsoft.com/office/drawing/2014/main" id="{6EE7FF16-5EA6-C38E-22CD-4FC6B60299AF}"/>
              </a:ext>
            </a:extLst>
          </p:cNvPr>
          <p:cNvSpPr/>
          <p:nvPr/>
        </p:nvSpPr>
        <p:spPr>
          <a:xfrm>
            <a:off x="1907150" y="8928750"/>
            <a:ext cx="10570972" cy="1046440"/>
          </a:xfrm>
          <a:prstGeom prst="rect">
            <a:avLst/>
          </a:prstGeom>
        </p:spPr>
        <p:txBody>
          <a:bodyPr wrap="square">
            <a:spAutoFit/>
          </a:bodyPr>
          <a:lstStyle/>
          <a:p>
            <a:pPr marL="0" marR="0" lvl="0" indent="0" algn="ctr" defTabSz="457200" eaLnBrk="1" fontAlgn="auto" latinLnBrk="0" hangingPunct="1">
              <a:lnSpc>
                <a:spcPct val="100000"/>
              </a:lnSpc>
              <a:spcBef>
                <a:spcPts val="1200"/>
              </a:spcBef>
              <a:spcAft>
                <a:spcPts val="0"/>
              </a:spcAft>
              <a:buClrTx/>
              <a:buSzTx/>
              <a:buFontTx/>
              <a:buNone/>
              <a:tabLst/>
              <a:defRPr/>
            </a:pPr>
            <a:r>
              <a:rPr kumimoji="0" lang="he-IL" sz="4800" b="0" i="0" u="none" strike="noStrike" kern="0" cap="none" spc="0" normalizeH="0" baseline="0" noProof="0" dirty="0">
                <a:ln>
                  <a:noFill/>
                </a:ln>
                <a:solidFill>
                  <a:srgbClr val="DCDEE0"/>
                </a:solidFill>
                <a:effectLst/>
                <a:uLnTx/>
                <a:uFillTx/>
                <a:latin typeface="David Libre" panose="02040603050201020203" pitchFamily="18" charset="-79"/>
                <a:ea typeface="David Libre" panose="02040603050201020203" pitchFamily="18" charset="-79"/>
                <a:cs typeface="David Libre" panose="02040603050201020203" pitchFamily="18" charset="-79"/>
                <a:sym typeface="David Libre"/>
              </a:rPr>
              <a:t>לִמְנוֹת יָמֵינוּ, כֵּן הוֹדַע וְנָבִא, לְבַב חָכְמָה</a:t>
            </a:r>
            <a:endParaRPr kumimoji="0" lang="en-US"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a:p>
            <a:pPr marL="0" marR="0" lvl="0" indent="0" algn="ctr" defTabSz="457200" eaLnBrk="1" fontAlgn="auto" latinLnBrk="0" hangingPunct="1">
              <a:lnSpc>
                <a:spcPct val="100000"/>
              </a:lnSpc>
              <a:spcBef>
                <a:spcPts val="1200"/>
              </a:spcBef>
              <a:spcAft>
                <a:spcPts val="0"/>
              </a:spcAft>
              <a:buClrTx/>
              <a:buSzTx/>
              <a:buFontTx/>
              <a:buNone/>
              <a:tabLst/>
              <a:defRPr/>
            </a:pPr>
            <a:endParaRPr kumimoji="0" lang="en-US" sz="400" b="0" i="0" u="none" strike="noStrike" kern="0" cap="none" spc="0" normalizeH="0" baseline="0" noProof="0" dirty="0">
              <a:ln>
                <a:noFill/>
              </a:ln>
              <a:solidFill>
                <a:srgbClr val="83184E"/>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a:solidFill>
                  <a:srgbClr val="B8E3E6"/>
                </a:solidFill>
                <a:latin typeface="Calibri (MS)"/>
                <a:cs typeface="Calibri (MS)"/>
              </a:rPr>
              <a:t>• Class Song</a:t>
            </a:r>
          </a:p>
          <a:p>
            <a:pPr algn="l" marL="182880" indent="0">
              <a:lnSpc>
                <a:spcPts val="2200"/>
              </a:lnSpc>
            </a:pPr>
            <a:r>
              <a:rPr lang="en-US" sz="1800">
                <a:solidFill>
                  <a:srgbClr val="B8E3E6"/>
                </a:solidFill>
                <a:latin typeface="Calibri (MS)"/>
                <a:cs typeface="Calibri (MS)"/>
              </a:rPr>
              <a:t>• Birthday Blessings</a:t>
            </a:r>
          </a:p>
          <a:p>
            <a:pPr algn="l" marL="182880" indent="0">
              <a:lnSpc>
                <a:spcPts val="2200"/>
              </a:lnSpc>
            </a:pPr>
            <a:r>
              <a:rPr lang="en-US" sz="1800" b="1">
                <a:solidFill>
                  <a:srgbClr val="FFFFFF"/>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asher kid’shanu b’mitzvotav</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v’tzivanu l’hadlik</a:t>
            </a:r>
          </a:p>
          <a:p>
            <a:pPr algn="l">
              <a:lnSpc>
                <a:spcPts val="5760"/>
              </a:lnSpc>
            </a:pPr>
            <a:r>
              <a:rPr lang="en-US" sz="3600" dirty="0" err="1">
                <a:solidFill>
                  <a:srgbClr val="FFFFFF"/>
                </a:solidFill>
                <a:latin typeface="Calibri (MS)"/>
                <a:ea typeface="Calibri (MS)"/>
                <a:cs typeface="Calibri (MS)"/>
                <a:sym typeface="Calibri (MS)"/>
              </a:rPr>
              <a:t>ner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shel</a:t>
            </a:r>
            <a:r>
              <a:rPr lang="en-US" sz="3600" dirty="0">
                <a:solidFill>
                  <a:srgbClr val="FFFFFF"/>
                </a:solidFill>
                <a:latin typeface="Calibri (MS)"/>
                <a:ea typeface="Calibri (MS)"/>
                <a:cs typeface="Calibri (MS)"/>
                <a:sym typeface="Calibri (MS)"/>
              </a:rPr>
              <a:t> Shabbat.</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לְהַדְלִיק</a:t>
            </a:r>
          </a:p>
          <a:p>
            <a:pPr algn="r" rtl="1">
              <a:lnSpc>
                <a:spcPts val="5760"/>
              </a:lnSpc>
            </a:pPr>
            <a:r>
              <a:rPr lang="he-IL" sz="4500">
                <a:solidFill>
                  <a:srgbClr val="FFFFFF"/>
                </a:solidFill>
                <a:latin typeface="David Libre"/>
                <a:ea typeface="David Libre"/>
                <a:cs typeface="David Libre"/>
                <a:sym typeface="David Libre"/>
                <a:rtl/>
              </a:rPr>
              <a:t>נֵר שֶׁל שַׁבָּת.</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הַדְלָקַת נֵרוֹת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Candle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Blessed are You, Adonai our God, Sovereign of all, who makes us holy with mitzvot and calls us to kindle the lights of Shabbat.</a:t>
            </a:r>
          </a:p>
        </p:txBody>
      </p:sp>
      <p:sp>
        <p:nvSpPr>
          <p:cNvPr id="4" name="Freeform 9">
            <a:extLst>
              <a:ext uri="{FF2B5EF4-FFF2-40B4-BE49-F238E27FC236}">
                <a16:creationId xmlns:a16="http://schemas.microsoft.com/office/drawing/2014/main" id="{5C1F008B-3415-12F1-D441-B119571F00E2}"/>
              </a:ext>
            </a:extLst>
          </p:cNvPr>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6459C70-E407-4EAD-A5E9-414C5F2AC5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3743" y="4991100"/>
            <a:ext cx="2099024" cy="3257106"/>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b="1">
                <a:solidFill>
                  <a:srgbClr val="FFFFFF"/>
                </a:solidFill>
                <a:latin typeface="Calibri (MS)"/>
                <a:cs typeface="Calibri (MS)"/>
              </a:rPr>
              <a:t>• Candles</a:t>
            </a:r>
          </a:p>
          <a:p>
            <a:pPr algn="l" marL="182880" indent="0">
              <a:lnSpc>
                <a:spcPts val="2200"/>
              </a:lnSpc>
            </a:pPr>
            <a:r>
              <a:rPr lang="en-US" sz="1800">
                <a:solidFill>
                  <a:srgbClr val="B8E3E6"/>
                </a:solidFill>
                <a:latin typeface="Calibri (MS)"/>
                <a:cs typeface="Calibri (MS)"/>
              </a:rPr>
              <a:t>• Kiddush</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borei p’ri hagafen.</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בּוֹרֵא פְּרִי הַגָּפֶן.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Creator of the fruit of the vine.</a:t>
            </a:r>
          </a:p>
        </p:txBody>
      </p:sp>
      <p:sp>
        <p:nvSpPr>
          <p:cNvPr id="4" name="Freeform 9">
            <a:extLst>
              <a:ext uri="{FF2B5EF4-FFF2-40B4-BE49-F238E27FC236}">
                <a16:creationId xmlns:a16="http://schemas.microsoft.com/office/drawing/2014/main" id="{3427B326-935C-5843-A9FE-22654C398D34}"/>
              </a:ext>
            </a:extLst>
          </p:cNvPr>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7BEC5AF-DA4D-15C3-78A7-8E173F3F73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5135" y="4914900"/>
            <a:ext cx="1981200" cy="3467100"/>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62C06A95-5B62-13FA-4FA5-F424ED7060A2}"/>
              </a:ext>
            </a:extLst>
          </p:cNvPr>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4D4DC33A-58E0-1777-6616-2CC9ED1D4B71}"/>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495912E-940F-13F6-89FA-AE0D3B027447}"/>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F3E8E8E8-9AEF-29D6-5DA4-93D5D959C26C}"/>
              </a:ext>
            </a:extLst>
          </p:cNvPr>
          <p:cNvSpPr txBox="1"/>
          <p:nvPr/>
        </p:nvSpPr>
        <p:spPr>
          <a:xfrm>
            <a:off x="408659" y="1020736"/>
            <a:ext cx="7772400" cy="4398705"/>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v’ratzah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kodsho</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hinchilanu</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zikaron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l’maaseih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v’reishit</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93B4002C-F53D-8A4D-D4F0-F959AF5D37D5}"/>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Praise to You, Adonai our God, Sovereign of the universe who, finding favor with us, sanctified us with mitzvot. In love and favor, You made the holy Shabbat our heritage as a reminder of the work of Creation.</a:t>
            </a:r>
          </a:p>
        </p:txBody>
      </p:sp>
      <p:sp>
        <p:nvSpPr>
          <p:cNvPr id="19" name="TextBox 12">
            <a:extLst>
              <a:ext uri="{FF2B5EF4-FFF2-40B4-BE49-F238E27FC236}">
                <a16:creationId xmlns:a16="http://schemas.microsoft.com/office/drawing/2014/main" id="{268BF3B4-B6C3-14CE-67A8-38B23D6F8BFF}"/>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D012F055-AA05-C376-A56E-AEE60AF9A593}"/>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וְרָצָה בָנוּ, וְשַׁבַּת קָדְשׁוֹ</a:t>
            </a:r>
          </a:p>
          <a:p>
            <a:pPr algn="r" rtl="1">
              <a:lnSpc>
                <a:spcPts val="5760"/>
              </a:lnSpc>
            </a:pPr>
            <a:r>
              <a:rPr lang="he-IL" sz="4500">
                <a:solidFill>
                  <a:srgbClr val="FFFFFF"/>
                </a:solidFill>
                <a:latin typeface="David Libre"/>
                <a:ea typeface="David Libre"/>
                <a:cs typeface="David Libre"/>
                <a:sym typeface="David Libre"/>
                <a:rtl/>
              </a:rPr>
              <a:t>בְּאַהֲבָה וּבְרָצוֹן הִנְחִילָנוּ,</a:t>
            </a:r>
          </a:p>
          <a:p>
            <a:pPr algn="r" rtl="1">
              <a:lnSpc>
                <a:spcPts val="5760"/>
              </a:lnSpc>
            </a:pPr>
            <a:r>
              <a:rPr lang="he-IL" sz="4500">
                <a:solidFill>
                  <a:srgbClr val="FFFFFF"/>
                </a:solidFill>
                <a:latin typeface="David Libre"/>
                <a:ea typeface="David Libre"/>
                <a:cs typeface="David Libre"/>
                <a:sym typeface="David Libre"/>
                <a:rtl/>
              </a:rPr>
              <a:t>זִכָּרוֹן לְמַעֲשֵׂה בְרֵאשִׁית.</a:t>
            </a:r>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a:extLst>
            <a:ext uri="{FF2B5EF4-FFF2-40B4-BE49-F238E27FC236}">
              <a16:creationId xmlns:a16="http://schemas.microsoft.com/office/drawing/2014/main" id="{03626B1B-6CCC-CBC0-2544-2106103A9B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F6178E-82AB-E3D1-24E1-8911F7C7AC2E}"/>
              </a:ext>
            </a:extLst>
          </p:cNvPr>
          <p:cNvGrpSpPr/>
          <p:nvPr/>
        </p:nvGrpSpPr>
        <p:grpSpPr>
          <a:xfrm>
            <a:off x="2257425" y="-28902"/>
            <a:ext cx="13773150" cy="742950"/>
            <a:chOff x="0" y="0"/>
            <a:chExt cx="13058987" cy="704427"/>
          </a:xfrm>
        </p:grpSpPr>
        <p:sp>
          <p:nvSpPr>
            <p:cNvPr id="3" name="Freeform 3">
              <a:extLst>
                <a:ext uri="{FF2B5EF4-FFF2-40B4-BE49-F238E27FC236}">
                  <a16:creationId xmlns:a16="http://schemas.microsoft.com/office/drawing/2014/main" id="{1DF15042-7D92-C0E4-90BC-6F3D76DE084C}"/>
                </a:ext>
              </a:extLst>
            </p:cNvPr>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a:extLst>
              <a:ext uri="{FF2B5EF4-FFF2-40B4-BE49-F238E27FC236}">
                <a16:creationId xmlns:a16="http://schemas.microsoft.com/office/drawing/2014/main" id="{25CADDFF-0A82-40A0-BE21-9E15A8E54CB7}"/>
              </a:ext>
            </a:extLst>
          </p:cNvPr>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a:extLst>
              <a:ext uri="{FF2B5EF4-FFF2-40B4-BE49-F238E27FC236}">
                <a16:creationId xmlns:a16="http://schemas.microsoft.com/office/drawing/2014/main" id="{7A76126F-1CC8-FB5B-FD5A-5C4893CAD8DC}"/>
              </a:ext>
            </a:extLst>
          </p:cNvPr>
          <p:cNvGrpSpPr/>
          <p:nvPr/>
        </p:nvGrpSpPr>
        <p:grpSpPr>
          <a:xfrm>
            <a:off x="14949576" y="675948"/>
            <a:ext cx="3338424" cy="9611052"/>
            <a:chOff x="0" y="0"/>
            <a:chExt cx="879256" cy="2531306"/>
          </a:xfrm>
        </p:grpSpPr>
        <p:sp>
          <p:nvSpPr>
            <p:cNvPr id="7" name="Freeform 7">
              <a:extLst>
                <a:ext uri="{FF2B5EF4-FFF2-40B4-BE49-F238E27FC236}">
                  <a16:creationId xmlns:a16="http://schemas.microsoft.com/office/drawing/2014/main" id="{B3E8A51F-8FF1-3D04-2FA4-EFD7344B9311}"/>
                </a:ext>
              </a:extLst>
            </p:cNvPr>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4" name="Freeform 9">
            <a:extLst>
              <a:ext uri="{FF2B5EF4-FFF2-40B4-BE49-F238E27FC236}">
                <a16:creationId xmlns:a16="http://schemas.microsoft.com/office/drawing/2014/main" id="{900C3294-7F2B-AFEB-4160-0B34C543E7A8}"/>
              </a:ext>
            </a:extLst>
          </p:cNvPr>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FBDF162B-C9BC-CC70-F537-795E4C9A9772}"/>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9FC4290-26E4-BE2F-4E42-23BB77DF37CD}"/>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6DB65069-AFB5-1C23-5FE8-141255093B53}"/>
              </a:ext>
            </a:extLst>
          </p:cNvPr>
          <p:cNvSpPr txBox="1"/>
          <p:nvPr/>
        </p:nvSpPr>
        <p:spPr>
          <a:xfrm>
            <a:off x="408659" y="1020736"/>
            <a:ext cx="7772400" cy="5142498"/>
          </a:xfrm>
          <a:prstGeom prst="rect">
            <a:avLst/>
          </a:prstGeom>
        </p:spPr>
        <p:txBody>
          <a:bodyPr lIns="0" tIns="0" rIns="0" bIns="0" rtlCol="0" anchor="t">
            <a:spAutoFit/>
          </a:bodyPr>
          <a:lstStyle/>
          <a:p>
            <a:pPr algn="l">
              <a:lnSpc>
                <a:spcPts val="5760"/>
              </a:lnSpc>
            </a:pPr>
            <a:r>
              <a:rPr lang="en-US" sz="3600" dirty="0">
                <a:solidFill>
                  <a:srgbClr val="FFFFFF"/>
                </a:solidFill>
                <a:latin typeface="Calibri (MS)"/>
                <a:ea typeface="Calibri (MS)"/>
                <a:cs typeface="Calibri (MS)"/>
                <a:sym typeface="Calibri (MS)"/>
              </a:rPr>
              <a:t>Ki hu </a:t>
            </a:r>
            <a:r>
              <a:rPr lang="en-US" sz="3600" dirty="0" err="1">
                <a:solidFill>
                  <a:srgbClr val="FFFFFF"/>
                </a:solidFill>
                <a:latin typeface="Calibri (MS)"/>
                <a:ea typeface="Calibri (MS)"/>
                <a:cs typeface="Calibri (MS)"/>
                <a:sym typeface="Calibri (MS)"/>
              </a:rPr>
              <a:t>yom</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t’chilah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l’mikra-ei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kodesh</a:t>
            </a:r>
            <a:r>
              <a:rPr lang="en-US" sz="3600" dirty="0">
                <a:solidFill>
                  <a:srgbClr val="FFFFFF"/>
                </a:solidFill>
                <a:latin typeface="Calibri (MS)"/>
                <a:ea typeface="Calibri (MS)"/>
                <a:cs typeface="Calibri (MS)"/>
                <a:sym typeface="Calibri (MS)"/>
              </a:rPr>
              <a:t>, </a:t>
            </a:r>
          </a:p>
          <a:p>
            <a:pPr algn="l">
              <a:lnSpc>
                <a:spcPts val="5760"/>
              </a:lnSpc>
            </a:pPr>
            <a:r>
              <a:rPr lang="en-US" sz="3600">
                <a:solidFill>
                  <a:srgbClr val="FFFFFF"/>
                </a:solidFill>
                <a:latin typeface="Calibri (MS)"/>
                <a:ea typeface="Calibri (MS)"/>
                <a:cs typeface="Calibri (MS)"/>
                <a:sym typeface="Calibri (MS)"/>
              </a:rPr>
              <a:t>zeicher litziat Mitzrayim.</a:t>
            </a:r>
          </a:p>
          <a:p>
            <a:pPr algn="l">
              <a:lnSpc>
                <a:spcPts val="5760"/>
              </a:lnSpc>
            </a:pPr>
            <a:r>
              <a:rPr lang="en-US" sz="3600">
                <a:solidFill>
                  <a:srgbClr val="FFFFFF"/>
                </a:solidFill>
                <a:latin typeface="Calibri (MS)"/>
                <a:ea typeface="Calibri (MS)"/>
                <a:cs typeface="Calibri (MS)"/>
                <a:sym typeface="Calibri (MS)"/>
              </a:rPr>
              <a:t>Ki vanu vacharta v’otanu</a:t>
            </a:r>
          </a:p>
          <a:p>
            <a:pPr algn="l">
              <a:lnSpc>
                <a:spcPts val="5760"/>
              </a:lnSpc>
            </a:pPr>
            <a:r>
              <a:rPr lang="en-US" sz="3600">
                <a:solidFill>
                  <a:srgbClr val="FFFFFF"/>
                </a:solidFill>
                <a:latin typeface="Calibri (MS)"/>
                <a:ea typeface="Calibri (MS)"/>
                <a:cs typeface="Calibri (MS)"/>
                <a:sym typeface="Calibri (MS)"/>
              </a:rPr>
              <a:t>kidashta mikol haamim,</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v’Shabbat kodsh’cha</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hinchaltanu</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0F6DBB6B-842A-7840-F1D7-B445E2E18B93}"/>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As first among our sacred days, it recalls the Exodus from Egypt.  You chose us and set us apart from the peoples. In love and favor You have given us Your holy Shabbat as an inheritance. Praise to You, Adonai, who sanctifies Shabbat. </a:t>
            </a:r>
          </a:p>
        </p:txBody>
      </p:sp>
      <p:sp>
        <p:nvSpPr>
          <p:cNvPr id="19" name="TextBox 12">
            <a:extLst>
              <a:ext uri="{FF2B5EF4-FFF2-40B4-BE49-F238E27FC236}">
                <a16:creationId xmlns:a16="http://schemas.microsoft.com/office/drawing/2014/main" id="{28E978E9-A089-0987-FFFF-081307C89377}"/>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89338B2B-C1F9-3880-D4C8-09E691F0FAC2}"/>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0" name="Baruch atah, Adonai, m’kadeish HaShabbat.">
            <a:extLst>
              <a:ext uri="{FF2B5EF4-FFF2-40B4-BE49-F238E27FC236}">
                <a16:creationId xmlns:a16="http://schemas.microsoft.com/office/drawing/2014/main" id="{131D536A-ADB7-E7BC-6D69-ADD3EF6CFC14}"/>
              </a:ext>
            </a:extLst>
          </p:cNvPr>
          <p:cNvSpPr txBox="1">
            <a:spLocks/>
          </p:cNvSpPr>
          <p:nvPr/>
        </p:nvSpPr>
        <p:spPr>
          <a:xfrm>
            <a:off x="2803642" y="7572402"/>
            <a:ext cx="9366314" cy="6368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solidFill>
                  <a:schemeClr val="bg1"/>
                </a:solidFill>
              </a:rPr>
              <a:t>Baruch atah, Adonai, m’kadeish haShabbat.</a:t>
            </a:r>
          </a:p>
        </p:txBody>
      </p:sp>
      <p:sp>
        <p:nvSpPr>
          <p:cNvPr id="12" name="Praise to You, Adonai, who sanctifies Shabbat.">
            <a:extLst>
              <a:ext uri="{FF2B5EF4-FFF2-40B4-BE49-F238E27FC236}">
                <a16:creationId xmlns:a16="http://schemas.microsoft.com/office/drawing/2014/main" id="{E64C5203-8F3B-F4F4-A760-8DA4C1A28562}"/>
              </a:ext>
            </a:extLst>
          </p:cNvPr>
          <p:cNvSpPr txBox="1">
            <a:spLocks/>
          </p:cNvSpPr>
          <p:nvPr/>
        </p:nvSpPr>
        <p:spPr>
          <a:xfrm>
            <a:off x="2803642" y="8073360"/>
            <a:ext cx="9366314" cy="48218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כִּי הוּא יוֹם תְּחִלָּה</a:t>
            </a:r>
          </a:p>
          <a:p>
            <a:pPr algn="r" rtl="1">
              <a:lnSpc>
                <a:spcPts val="5760"/>
              </a:lnSpc>
            </a:pPr>
            <a:r>
              <a:rPr lang="he-IL" sz="4500">
                <a:solidFill>
                  <a:srgbClr val="FFFFFF"/>
                </a:solidFill>
                <a:latin typeface="David Libre"/>
                <a:ea typeface="David Libre"/>
                <a:cs typeface="David Libre"/>
                <a:sym typeface="David Libre"/>
                <a:rtl/>
              </a:rPr>
              <a:t>לְמִקְרָאֵי קֹדֶשׁ,</a:t>
            </a:r>
          </a:p>
          <a:p>
            <a:pPr algn="r" rtl="1">
              <a:lnSpc>
                <a:spcPts val="5760"/>
              </a:lnSpc>
            </a:pPr>
            <a:r>
              <a:rPr lang="he-IL" sz="4500">
                <a:solidFill>
                  <a:srgbClr val="FFFFFF"/>
                </a:solidFill>
                <a:latin typeface="David Libre"/>
                <a:ea typeface="David Libre"/>
                <a:cs typeface="David Libre"/>
                <a:sym typeface="David Libre"/>
                <a:rtl/>
              </a:rPr>
              <a:t>זֵכֶר לִיצִיאַת מִצְרָיִם.</a:t>
            </a:r>
          </a:p>
          <a:p>
            <a:pPr algn="r" rtl="1">
              <a:lnSpc>
                <a:spcPts val="5760"/>
              </a:lnSpc>
            </a:pPr>
            <a:r>
              <a:rPr lang="he-IL" sz="4500">
                <a:solidFill>
                  <a:srgbClr val="FFFFFF"/>
                </a:solidFill>
                <a:latin typeface="David Libre"/>
                <a:ea typeface="David Libre"/>
                <a:cs typeface="David Libre"/>
                <a:sym typeface="David Libre"/>
                <a:rtl/>
              </a:rPr>
              <a:t>כִּי בָנוּ בָחַרְתָּ וְאוֹתָנוּ</a:t>
            </a:r>
          </a:p>
          <a:p>
            <a:pPr algn="r" rtl="1">
              <a:lnSpc>
                <a:spcPts val="5760"/>
              </a:lnSpc>
            </a:pPr>
            <a:r>
              <a:rPr lang="he-IL" sz="4500">
                <a:solidFill>
                  <a:srgbClr val="FFFFFF"/>
                </a:solidFill>
                <a:latin typeface="David Libre"/>
                <a:ea typeface="David Libre"/>
                <a:cs typeface="David Libre"/>
                <a:sym typeface="David Libre"/>
                <a:rtl/>
              </a:rPr>
              <a:t>קִדַּשְׁתָּ מִכָּל הָעַמִּים,</a:t>
            </a:r>
          </a:p>
          <a:p>
            <a:pPr algn="r" rtl="1">
              <a:lnSpc>
                <a:spcPts val="5760"/>
              </a:lnSpc>
            </a:pPr>
            <a:r>
              <a:rPr lang="he-IL" sz="4500">
                <a:solidFill>
                  <a:srgbClr val="FFFFFF"/>
                </a:solidFill>
                <a:latin typeface="David Libre"/>
                <a:ea typeface="David Libre"/>
                <a:cs typeface="David Libre"/>
                <a:sym typeface="David Libre"/>
                <a:rtl/>
              </a:rPr>
              <a:t>וְשַׁבַּת קָדְשְׁךָ</a:t>
            </a:r>
          </a:p>
          <a:p>
            <a:pPr algn="r" rtl="1">
              <a:lnSpc>
                <a:spcPts val="5760"/>
              </a:lnSpc>
            </a:pPr>
            <a:r>
              <a:rPr lang="he-IL" sz="4500">
                <a:solidFill>
                  <a:srgbClr val="FFFFFF"/>
                </a:solidFill>
                <a:latin typeface="David Libre"/>
                <a:ea typeface="David Libre"/>
                <a:cs typeface="David Libre"/>
                <a:sym typeface="David Libre"/>
                <a:rtl/>
              </a:rPr>
              <a:t>בְּאַהֲבָה וּבְרָצוֹן הִנְחַלְתָּנוּ.</a:t>
            </a:r>
          </a:p>
        </p:txBody>
      </p:sp>
      <p:sp>
        <p:nvSpPr>
          <p:cNvPr id="22" name="Hebrew Chatimah"/>
          <p:cNvSpPr txBox="1"/>
          <p:nvPr/>
        </p:nvSpPr>
        <p:spPr>
          <a:xfrm>
            <a:off x="2803642" y="6705600"/>
            <a:ext cx="9366314" cy="813816"/>
          </a:xfrm>
          <a:prstGeom prst="rect">
            <a:avLst/>
          </a:prstGeom>
        </p:spPr>
        <p:txBody>
          <a:bodyPr lIns="0" tIns="0" rIns="0" bIns="0" rtlCol="0" anchor="t">
            <a:spAutoFit/>
          </a:bodyPr>
          <a:lstStyle/>
          <a:p>
            <a:pPr algn="ctr" rtl="1">
              <a:lnSpc>
                <a:spcPts val="5760"/>
              </a:lnSpc>
            </a:pPr>
            <a:r>
              <a:rPr lang="he-IL" sz="4500">
                <a:solidFill>
                  <a:srgbClr val="FFFFFF"/>
                </a:solidFill>
                <a:latin typeface="David Libre"/>
                <a:ea typeface="David Libre"/>
                <a:cs typeface="David Libre"/>
                <a:sym typeface="David Libre"/>
                <a:rtl/>
              </a:rPr>
              <a:t>בָּרוּךְ אַתָּה, יְיָ, מְקַדֵּשׁ הַשַּׁבָּת.</a:t>
            </a:r>
          </a:p>
        </p:txBody>
      </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extLst>
      <p:ext uri="{BB962C8B-B14F-4D97-AF65-F5344CB8AC3E}">
        <p14:creationId xmlns:p14="http://schemas.microsoft.com/office/powerpoint/2010/main" val="2764953560"/>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hamotzi lechem min haaretz.</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הַמּוֹצִיא לֶחֶם מִן הָאָרֶץ.</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הַמּוֹצִיא</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Hamotzi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who brings forth bread from the earth.</a:t>
            </a:r>
          </a:p>
        </p:txBody>
      </p:sp>
      <p:sp>
        <p:nvSpPr>
          <p:cNvPr id="4" name="Freeform 9">
            <a:extLst>
              <a:ext uri="{FF2B5EF4-FFF2-40B4-BE49-F238E27FC236}">
                <a16:creationId xmlns:a16="http://schemas.microsoft.com/office/drawing/2014/main" id="{93202261-E96D-1704-7E6A-046D74EB3A12}"/>
              </a:ext>
            </a:extLst>
          </p:cNvPr>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71E9A0ED-B5A5-C39B-C899-FEA276732E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77229" y="5481474"/>
            <a:ext cx="3581887" cy="1809034"/>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a:solidFill>
                  <a:srgbClr val="B8E3E6"/>
                </a:solidFill>
                <a:latin typeface="Calibri (MS)"/>
                <a:cs typeface="Calibri (MS)"/>
              </a:rPr>
              <a:t>• Kiddush</a:t>
            </a:r>
          </a:p>
          <a:p>
            <a:pPr algn="l" marL="182880" indent="0">
              <a:lnSpc>
                <a:spcPts val="2200"/>
              </a:lnSpc>
            </a:pPr>
            <a:r>
              <a:rPr lang="en-US" sz="1800" b="1">
                <a:solidFill>
                  <a:srgbClr val="FFFFFF"/>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10" name="TextBox 10"/>
          <p:cNvSpPr txBox="1"/>
          <p:nvPr/>
        </p:nvSpPr>
        <p:spPr>
          <a:xfrm>
            <a:off x="408659" y="1020736"/>
            <a:ext cx="7772400" cy="3969100"/>
          </a:xfrm>
          <a:prstGeom prst="rect">
            <a:avLst/>
          </a:prstGeom>
        </p:spPr>
        <p:txBody>
          <a:bodyPr lIns="0" tIns="0" rIns="0" bIns="0" rtlCol="0" anchor="t">
            <a:spAutoFit/>
          </a:bodyPr>
          <a:lstStyle/>
          <a:p>
            <a:pPr algn="l">
              <a:lnSpc>
                <a:spcPts val="8000"/>
              </a:lnSpc>
            </a:pPr>
            <a:r>
              <a:rPr lang="en-US" sz="3600">
                <a:solidFill>
                  <a:srgbClr val="FFFFFF"/>
                </a:solidFill>
                <a:latin typeface="Calibri (MS)"/>
                <a:ea typeface="Calibri (MS)"/>
                <a:cs typeface="Calibri (MS)"/>
                <a:sym typeface="Calibri (MS)"/>
              </a:rPr>
              <a:t>Y’varech’cha Adonai v’yishm’recha.</a:t>
            </a:r>
          </a:p>
          <a:p>
            <a:pPr algn="l">
              <a:lnSpc>
                <a:spcPts val="8000"/>
              </a:lnSpc>
            </a:pPr>
            <a:r>
              <a:rPr lang="en-US" sz="3600">
                <a:solidFill>
                  <a:srgbClr val="FFFFFF"/>
                </a:solidFill>
                <a:latin typeface="Calibri (MS)"/>
                <a:ea typeface="Calibri (MS)"/>
                <a:cs typeface="Calibri (MS)"/>
                <a:sym typeface="Calibri (MS)"/>
              </a:rPr>
              <a:t>Ya’eir Adonai panav eilecha vichuneka.</a:t>
            </a:r>
          </a:p>
          <a:p>
            <a:pPr algn="l">
              <a:lnSpc>
                <a:spcPts val="8000"/>
              </a:lnSpc>
            </a:pPr>
            <a:r>
              <a:rPr lang="en-US" sz="3600" dirty="0">
                <a:solidFill>
                  <a:srgbClr val="FFFFFF"/>
                </a:solidFill>
                <a:latin typeface="Calibri (MS)"/>
                <a:ea typeface="Calibri (MS)"/>
                <a:cs typeface="Calibri (MS)"/>
                <a:sym typeface="Calibri (MS)"/>
              </a:rPr>
              <a:t>Yisa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eilecha</a:t>
            </a:r>
            <a:endParaRPr lang="en-US" sz="3600" dirty="0">
              <a:solidFill>
                <a:srgbClr val="FFFFFF"/>
              </a:solidFill>
              <a:latin typeface="Calibri (MS)"/>
              <a:ea typeface="Calibri (MS)"/>
              <a:cs typeface="Calibri (MS)"/>
              <a:sym typeface="Calibri (MS)"/>
            </a:endParaRPr>
          </a:p>
          <a:p>
            <a:pPr algn="l">
              <a:lnSpc>
                <a:spcPts val="8000"/>
              </a:lnSpc>
            </a:pPr>
            <a:r>
              <a:rPr lang="en-US" sz="3600">
                <a:solidFill>
                  <a:srgbClr val="FFFFFF"/>
                </a:solidFill>
                <a:latin typeface="Calibri (MS)"/>
                <a:ea typeface="Calibri (MS)"/>
                <a:cs typeface="Calibri (MS)"/>
                <a:sym typeface="Calibri (MS)"/>
              </a:rPr>
              <a:t>v’yasem l’cha shalom.</a:t>
            </a:r>
          </a:p>
        </p:txBody>
      </p:sp>
      <p:sp>
        <p:nvSpPr>
          <p:cNvPr id="11" name="TextBox 11"/>
          <p:cNvSpPr txBox="1"/>
          <p:nvPr/>
        </p:nvSpPr>
        <p:spPr>
          <a:xfrm>
            <a:off x="8665588" y="992057"/>
            <a:ext cx="5794490" cy="3999043"/>
          </a:xfrm>
          <a:prstGeom prst="rect">
            <a:avLst/>
          </a:prstGeom>
        </p:spPr>
        <p:txBody>
          <a:bodyPr lIns="0" tIns="0" rIns="0" bIns="0" rtlCol="0" anchor="t">
            <a:spAutoFit/>
          </a:bodyPr>
          <a:lstStyle/>
          <a:p>
            <a:pPr algn="r" rtl="1">
              <a:lnSpc>
                <a:spcPts val="8000"/>
              </a:lnSpc>
            </a:pPr>
            <a:r>
              <a:rPr lang="he-IL" sz="4500" dirty="0">
                <a:solidFill>
                  <a:srgbClr val="FFFFFF"/>
                </a:solidFill>
                <a:latin typeface="David Libre"/>
                <a:ea typeface="David Libre"/>
                <a:cs typeface="David Libre"/>
                <a:sym typeface="David Libre"/>
                <a:rtl/>
              </a:rPr>
              <a:t>יְבָרֶכְךָ יְיָ</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וְיִשְׁמְרֶךָ.</a:t>
            </a:r>
          </a:p>
          <a:p>
            <a:pPr algn="r" rtl="1">
              <a:lnSpc>
                <a:spcPts val="8000"/>
              </a:lnSpc>
            </a:pPr>
            <a:r>
              <a:rPr lang="he-IL" sz="4500" dirty="0" err="1">
                <a:solidFill>
                  <a:srgbClr val="FFFFFF"/>
                </a:solidFill>
                <a:latin typeface="David Libre"/>
                <a:ea typeface="David Libre"/>
                <a:cs typeface="David Libre"/>
                <a:sym typeface="David Libre"/>
                <a:rtl/>
              </a:rPr>
              <a:t>יָאֵר</a:t>
            </a:r>
            <a:r>
              <a:rPr lang="he-IL" sz="4500" dirty="0">
                <a:solidFill>
                  <a:srgbClr val="FFFFFF"/>
                </a:solidFill>
                <a:latin typeface="David Libre"/>
                <a:ea typeface="David Libre"/>
                <a:cs typeface="David Libre"/>
                <a:sym typeface="David Libre"/>
                <a:rtl/>
              </a:rPr>
              <a:t>יְיָ פָּנָיו אֵלֶיךָ</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וִיחֻנֶּךָּ.</a:t>
            </a:r>
          </a:p>
          <a:p>
            <a:pPr algn="r" rtl="1">
              <a:lnSpc>
                <a:spcPts val="8000"/>
              </a:lnSpc>
            </a:pPr>
            <a:r>
              <a:rPr lang="he-IL" sz="4500" dirty="0" err="1">
                <a:solidFill>
                  <a:srgbClr val="FFFFFF"/>
                </a:solidFill>
                <a:latin typeface="David Libre"/>
                <a:ea typeface="David Libre"/>
                <a:cs typeface="David Libre"/>
                <a:sym typeface="David Libre"/>
                <a:rtl/>
              </a:rPr>
              <a:t>יִשָּׂא</a:t>
            </a:r>
            <a:r>
              <a:rPr lang="he-IL" sz="4500" dirty="0">
                <a:solidFill>
                  <a:srgbClr val="FFFFFF"/>
                </a:solidFill>
                <a:latin typeface="David Libre"/>
                <a:ea typeface="David Libre"/>
                <a:cs typeface="David Libre"/>
                <a:sym typeface="David Libre"/>
                <a:rtl/>
              </a:rPr>
              <a:t>יְיָ פָּנָיו אֵלֶיךָ</a:t>
            </a:r>
          </a:p>
          <a:p>
            <a:pPr algn="r" rtl="1">
              <a:lnSpc>
                <a:spcPts val="8000"/>
              </a:lnSpc>
            </a:pPr>
            <a:r>
              <a:rPr lang="he-IL" sz="4500" dirty="0">
                <a:solidFill>
                  <a:srgbClr val="FFFFFF"/>
                </a:solidFill>
                <a:latin typeface="David Libre"/>
                <a:ea typeface="David Libre"/>
                <a:cs typeface="David Libre"/>
                <a:sym typeface="David Libre"/>
                <a:rtl/>
              </a:rPr>
              <a:t>וְיָשֵׂם לְךָ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בִּרְכַּת כֹּהֲנִים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Priestly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ct val="150000"/>
              </a:lnSpc>
            </a:pPr>
            <a:r>
              <a:rPr lang="en-US" sz="3200" dirty="0">
                <a:solidFill>
                  <a:srgbClr val="FFFFFF"/>
                </a:solidFill>
                <a:latin typeface="Calibri (MS)"/>
                <a:ea typeface="Calibri (MS)"/>
                <a:cs typeface="Calibri (MS)"/>
                <a:sym typeface="Calibri (MS)"/>
              </a:rPr>
              <a:t>May God bless you and keep you. </a:t>
            </a:r>
          </a:p>
          <a:p>
            <a:pPr algn="l">
              <a:lnSpc>
                <a:spcPct val="150000"/>
              </a:lnSpc>
            </a:pPr>
            <a:r>
              <a:rPr lang="en-US" sz="3200" dirty="0">
                <a:solidFill>
                  <a:srgbClr val="FFFFFF"/>
                </a:solidFill>
                <a:latin typeface="Calibri (MS)"/>
                <a:ea typeface="Calibri (MS)"/>
                <a:cs typeface="Calibri (MS)"/>
                <a:sym typeface="Calibri (MS)"/>
              </a:rPr>
              <a:t>May God’s face shine upon you and be gracious to you. </a:t>
            </a:r>
          </a:p>
          <a:p>
            <a:pPr algn="l">
              <a:lnSpc>
                <a:spcPct val="150000"/>
              </a:lnSpc>
            </a:pPr>
            <a:r>
              <a:rPr lang="en-US" sz="3200" dirty="0">
                <a:solidFill>
                  <a:srgbClr val="FFFFFF"/>
                </a:solidFill>
                <a:latin typeface="Calibri (MS)"/>
                <a:ea typeface="Calibri (MS)"/>
                <a:cs typeface="Calibri (MS)"/>
                <a:sym typeface="Calibri (MS)"/>
              </a:rPr>
              <a:t>May God’s face shine upon you and bless you with peace.</a:t>
            </a:r>
          </a:p>
        </p:txBody>
      </p:sp>
      <p:sp>
        <p:nvSpPr>
          <p:cNvPr id="4" name="Freeform 9">
            <a:extLst>
              <a:ext uri="{FF2B5EF4-FFF2-40B4-BE49-F238E27FC236}">
                <a16:creationId xmlns:a16="http://schemas.microsoft.com/office/drawing/2014/main" id="{283C8662-BFE4-CF04-788C-C6D26C64917E}"/>
              </a:ext>
            </a:extLst>
          </p:cNvPr>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0C1B6AD8-46A8-F607-DE84-395BDF1C91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3183" y="4989836"/>
            <a:ext cx="2108200" cy="2480235"/>
          </a:xfrm>
          <a:prstGeom prst="rect">
            <a:avLst/>
          </a:prstGeom>
        </p:spPr>
      </p:pic>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b="1">
                <a:solidFill>
                  <a:srgbClr val="FFFFFF"/>
                </a:solidFill>
                <a:latin typeface="Calibri (MS)"/>
                <a:cs typeface="Calibri (MS)"/>
              </a:rPr>
              <a:t>• Priestly Blessing</a:t>
            </a:r>
          </a:p>
          <a:p>
            <a:pPr algn="l" marL="182880" indent="0">
              <a:lnSpc>
                <a:spcPts val="2200"/>
              </a:lnSpc>
            </a:pPr>
            <a:r>
              <a:rPr lang="en-US" sz="1800">
                <a:solidFill>
                  <a:srgbClr val="B8E3E6"/>
                </a:solidFill>
                <a:latin typeface="Calibri (MS)"/>
                <a:cs typeface="Calibri (MS)"/>
              </a:rPr>
              <a:t>• Shofar Blessing</a:t>
            </a:r>
          </a:p>
          <a:p>
            <a:pPr algn="l" marL="182880" indent="0">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Kol od baleivav p’nimah</a:t>
            </a:r>
          </a:p>
          <a:p>
            <a:pPr algn="l">
              <a:lnSpc>
                <a:spcPts val="5760"/>
              </a:lnSpc>
            </a:pPr>
            <a:r>
              <a:rPr lang="en-US" sz="3600">
                <a:solidFill>
                  <a:srgbClr val="FFFFFF"/>
                </a:solidFill>
                <a:latin typeface="Calibri (MS)"/>
                <a:cs typeface="Calibri (MS)"/>
              </a:rPr>
              <a:t>nefesh Y’hudi homiyah</a:t>
            </a:r>
          </a:p>
          <a:p>
            <a:pPr algn="l">
              <a:lnSpc>
                <a:spcPts val="5760"/>
              </a:lnSpc>
            </a:pPr>
            <a:r>
              <a:rPr lang="en-US" sz="3600">
                <a:solidFill>
                  <a:srgbClr val="FFFFFF"/>
                </a:solidFill>
                <a:latin typeface="Calibri (MS)"/>
                <a:cs typeface="Calibri (MS)"/>
              </a:rPr>
              <a:t>ul’faatei mizrach kadimah</a:t>
            </a:r>
          </a:p>
          <a:p>
            <a:pPr algn="l">
              <a:lnSpc>
                <a:spcPts val="5760"/>
              </a:lnSpc>
            </a:pPr>
            <a:r>
              <a:rPr lang="en-US" sz="3600">
                <a:solidFill>
                  <a:srgbClr val="FFFFFF"/>
                </a:solidFill>
                <a:latin typeface="Calibri (MS)"/>
                <a:cs typeface="Calibri (MS)"/>
              </a:rPr>
              <a:t>ayin l’Tziyon tzofiyah.</a:t>
            </a:r>
          </a:p>
          <a:p>
            <a:pPr algn="l">
              <a:lnSpc>
                <a:spcPts val="5760"/>
              </a:lnSpc>
            </a:pPr>
            <a:r>
              <a:rPr lang="en-US" sz="3600">
                <a:solidFill>
                  <a:srgbClr val="FFFFFF"/>
                </a:solidFill>
                <a:latin typeface="Calibri (MS)"/>
                <a:cs typeface="Calibri (MS)"/>
              </a:rPr>
              <a:t>Od lo av’dah tikvateinu</a:t>
            </a:r>
          </a:p>
          <a:p>
            <a:pPr algn="l">
              <a:lnSpc>
                <a:spcPts val="5760"/>
              </a:lnSpc>
            </a:pPr>
            <a:r>
              <a:rPr lang="en-US" sz="3600">
                <a:solidFill>
                  <a:srgbClr val="FFFFFF"/>
                </a:solidFill>
                <a:latin typeface="Calibri (MS)"/>
                <a:cs typeface="Calibri (MS)"/>
              </a:rPr>
              <a:t>hatikvah bat sh’not alpayim</a:t>
            </a:r>
          </a:p>
          <a:p>
            <a:pPr algn="l">
              <a:lnSpc>
                <a:spcPts val="5760"/>
              </a:lnSpc>
            </a:pPr>
            <a:r>
              <a:rPr lang="en-US" sz="3600">
                <a:solidFill>
                  <a:srgbClr val="FFFFFF"/>
                </a:solidFill>
                <a:latin typeface="Calibri (MS)"/>
                <a:cs typeface="Calibri (MS)"/>
              </a:rPr>
              <a:t>lih’yot am chofshi b’artzeinu</a:t>
            </a:r>
          </a:p>
          <a:p>
            <a:pPr algn="l">
              <a:lnSpc>
                <a:spcPts val="5760"/>
              </a:lnSpc>
            </a:pPr>
            <a:r>
              <a:rPr lang="en-US" sz="3600">
                <a:solidFill>
                  <a:srgbClr val="FFFFFF"/>
                </a:solidFill>
                <a:latin typeface="Calibri (MS)"/>
                <a:cs typeface="Calibri (MS)"/>
              </a:rPr>
              <a:t>eretz Tziyon virushalayim.</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כֹּל עוֹד בַּלֵּבָב פְּנִימָה</a:t>
            </a:r>
          </a:p>
          <a:p>
            <a:pPr algn="r" rtl="1">
              <a:lnSpc>
                <a:spcPts val="5760"/>
              </a:lnSpc>
            </a:pPr>
            <a:r>
              <a:rPr lang="he-IL" sz="4500">
                <a:solidFill>
                  <a:srgbClr val="FFFFFF"/>
                </a:solidFill>
                <a:latin typeface="David Libre"/>
                <a:ea typeface="David Libre"/>
                <a:cs typeface="David Libre"/>
                <a:sym typeface="David Libre"/>
                <a:rtl/>
              </a:rPr>
              <a:t>נֶפֶשׁ יְהוּדִי הוֹמִיָּה,</a:t>
            </a:r>
          </a:p>
          <a:p>
            <a:pPr algn="r" rtl="1">
              <a:lnSpc>
                <a:spcPts val="5760"/>
              </a:lnSpc>
            </a:pPr>
            <a:r>
              <a:rPr lang="he-IL" sz="4500">
                <a:solidFill>
                  <a:srgbClr val="FFFFFF"/>
                </a:solidFill>
                <a:latin typeface="David Libre"/>
                <a:ea typeface="David Libre"/>
                <a:cs typeface="David Libre"/>
                <a:sym typeface="David Libre"/>
                <a:rtl/>
              </a:rPr>
              <a:t>וּלְפַאֲתֵי מִזְרָח קָדִימָה,</a:t>
            </a:r>
          </a:p>
          <a:p>
            <a:pPr algn="r" rtl="1">
              <a:lnSpc>
                <a:spcPts val="5760"/>
              </a:lnSpc>
            </a:pPr>
            <a:r>
              <a:rPr lang="he-IL" sz="4500">
                <a:solidFill>
                  <a:srgbClr val="FFFFFF"/>
                </a:solidFill>
                <a:latin typeface="David Libre"/>
                <a:ea typeface="David Libre"/>
                <a:cs typeface="David Libre"/>
                <a:sym typeface="David Libre"/>
                <a:rtl/>
              </a:rPr>
              <a:t>עַיִן לְצִיּוֹן צוֹפִיָּה,</a:t>
            </a:r>
          </a:p>
          <a:p>
            <a:pPr algn="r" rtl="1">
              <a:lnSpc>
                <a:spcPts val="5760"/>
              </a:lnSpc>
            </a:pPr>
            <a:r>
              <a:rPr lang="he-IL" sz="4500">
                <a:solidFill>
                  <a:srgbClr val="FFFFFF"/>
                </a:solidFill>
                <a:latin typeface="David Libre"/>
                <a:ea typeface="David Libre"/>
                <a:cs typeface="David Libre"/>
                <a:sym typeface="David Libre"/>
                <a:rtl/>
              </a:rPr>
              <a:t>עוֹד לֹא אָבְדָה תִּקְוָתֵנוּ,</a:t>
            </a:r>
          </a:p>
          <a:p>
            <a:pPr algn="r" rtl="1">
              <a:lnSpc>
                <a:spcPts val="5760"/>
              </a:lnSpc>
            </a:pPr>
            <a:r>
              <a:rPr lang="he-IL" sz="4500">
                <a:solidFill>
                  <a:srgbClr val="FFFFFF"/>
                </a:solidFill>
                <a:latin typeface="David Libre"/>
                <a:ea typeface="David Libre"/>
                <a:cs typeface="David Libre"/>
                <a:sym typeface="David Libre"/>
                <a:rtl/>
              </a:rPr>
              <a:t>הַתִּקְוָה בַּת שְׁנוֹת אַלְפַּיִם,</a:t>
            </a:r>
          </a:p>
          <a:p>
            <a:pPr algn="r" rtl="1">
              <a:lnSpc>
                <a:spcPts val="5760"/>
              </a:lnSpc>
            </a:pPr>
            <a:r>
              <a:rPr lang="he-IL" sz="4500">
                <a:solidFill>
                  <a:srgbClr val="FFFFFF"/>
                </a:solidFill>
                <a:latin typeface="David Libre"/>
                <a:ea typeface="David Libre"/>
                <a:cs typeface="David Libre"/>
                <a:sym typeface="David Libre"/>
                <a:rtl/>
              </a:rPr>
              <a:t>לִהְיוֹת עַם חָפְשִׁי בְּאַרְצֵנוּ,</a:t>
            </a:r>
          </a:p>
          <a:p>
            <a:pPr algn="r" rtl="1">
              <a:lnSpc>
                <a:spcPts val="5760"/>
              </a:lnSpc>
            </a:pPr>
            <a:r>
              <a:rPr lang="he-IL" sz="4500">
                <a:solidFill>
                  <a:srgbClr val="FFFFFF"/>
                </a:solidFill>
                <a:latin typeface="David Libre"/>
                <a:ea typeface="David Libre"/>
                <a:cs typeface="David Libre"/>
                <a:sym typeface="David Libre"/>
                <a:rtl/>
              </a:rPr>
              <a:t>אֶרֶץ צִיּוֹן וִירוּשָׁלַיִם.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הַתִּקְוָה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HaTikvah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So long as within the inmost heart a Jewish spirit sings, and the eye looks eastward gazing toward Zion, our hope is not lost — the hope of two thousand years: to be a free people in our land, the land of Zion and Jerusalem.</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b="1">
                <a:solidFill>
                  <a:srgbClr val="FFFFFF"/>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Hineih mah tov u’mah na-im</a:t>
            </a:r>
          </a:p>
          <a:p>
            <a:pPr algn="l">
              <a:lnSpc>
                <a:spcPts val="5760"/>
              </a:lnSpc>
            </a:pPr>
            <a:r>
              <a:rPr lang="en-US" sz="3600">
                <a:solidFill>
                  <a:srgbClr val="FFFFFF"/>
                </a:solidFill>
                <a:latin typeface="Calibri (MS)"/>
                <a:cs typeface="Calibri (MS)"/>
              </a:rPr>
              <a:t>shevet achim gam yachad.</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הִנֵּה מַה־טּוֹב וּמַה־נָּעִים</a:t>
            </a:r>
          </a:p>
          <a:p>
            <a:pPr algn="r" rtl="1">
              <a:lnSpc>
                <a:spcPts val="5760"/>
              </a:lnSpc>
            </a:pPr>
            <a:r>
              <a:rPr lang="he-IL" sz="4500">
                <a:solidFill>
                  <a:srgbClr val="FFFFFF"/>
                </a:solidFill>
                <a:latin typeface="David Libre"/>
                <a:ea typeface="David Libre"/>
                <a:cs typeface="David Libre"/>
                <a:sym typeface="David Libre"/>
                <a:rtl/>
              </a:rPr>
              <a:t>שֶׁבֶת אַחִים גַּם־יָחַד.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הִנֵּה מַה טּוֹב</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Hinei Mah Tov</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How good and how pleasant it is that brothers and sisters dwell together. (Psalm 133:1)</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b="1">
                <a:solidFill>
                  <a:srgbClr val="FFFFFF"/>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Modeh ani l’fanecha,</a:t>
            </a:r>
          </a:p>
          <a:p>
            <a:pPr algn="l">
              <a:lnSpc>
                <a:spcPts val="5760"/>
              </a:lnSpc>
            </a:pPr>
            <a:r>
              <a:rPr lang="en-US" sz="3600">
                <a:solidFill>
                  <a:srgbClr val="FFFFFF"/>
                </a:solidFill>
                <a:latin typeface="Calibri (MS)"/>
                <a:cs typeface="Calibri (MS)"/>
              </a:rPr>
              <a:t>Melech chai v’kayam,</a:t>
            </a:r>
          </a:p>
          <a:p>
            <a:pPr algn="l">
              <a:lnSpc>
                <a:spcPts val="5760"/>
              </a:lnSpc>
            </a:pPr>
            <a:r>
              <a:rPr lang="en-US" sz="3600">
                <a:solidFill>
                  <a:srgbClr val="FFFFFF"/>
                </a:solidFill>
                <a:latin typeface="Calibri (MS)"/>
                <a:cs typeface="Calibri (MS)"/>
              </a:rPr>
              <a:t>shehechezarta bi nishmati</a:t>
            </a:r>
          </a:p>
          <a:p>
            <a:pPr algn="l">
              <a:lnSpc>
                <a:spcPts val="5760"/>
              </a:lnSpc>
            </a:pPr>
            <a:r>
              <a:rPr lang="en-US" sz="3600">
                <a:solidFill>
                  <a:srgbClr val="FFFFFF"/>
                </a:solidFill>
                <a:latin typeface="Calibri (MS)"/>
                <a:cs typeface="Calibri (MS)"/>
              </a:rPr>
              <a:t>b’chemlah, rabbah emunatecha.</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מוֹדֶה אֲנִי לְפָנֶֽיךָ,</a:t>
            </a:r>
          </a:p>
          <a:p>
            <a:pPr algn="r" rtl="1">
              <a:lnSpc>
                <a:spcPts val="5760"/>
              </a:lnSpc>
            </a:pPr>
            <a:r>
              <a:rPr lang="he-IL" sz="4500">
                <a:solidFill>
                  <a:srgbClr val="FFFFFF"/>
                </a:solidFill>
                <a:latin typeface="David Libre"/>
                <a:ea typeface="David Libre"/>
                <a:cs typeface="David Libre"/>
                <a:sym typeface="David Libre"/>
                <a:rtl/>
              </a:rPr>
              <a:t>מֶֽלֶךְ חַי וְקַיָּם,</a:t>
            </a:r>
          </a:p>
          <a:p>
            <a:pPr algn="r" rtl="1">
              <a:lnSpc>
                <a:spcPts val="5760"/>
              </a:lnSpc>
            </a:pPr>
            <a:r>
              <a:rPr lang="he-IL" sz="4500">
                <a:solidFill>
                  <a:srgbClr val="FFFFFF"/>
                </a:solidFill>
                <a:latin typeface="David Libre"/>
                <a:ea typeface="David Libre"/>
                <a:cs typeface="David Libre"/>
                <a:sym typeface="David Libre"/>
                <a:rtl/>
              </a:rPr>
              <a:t>שֶׁהֶחֱזַֽרְתָּ בִּי נִשְׁמָתִי</a:t>
            </a:r>
          </a:p>
          <a:p>
            <a:pPr algn="r" rtl="1">
              <a:lnSpc>
                <a:spcPts val="5760"/>
              </a:lnSpc>
            </a:pPr>
            <a:r>
              <a:rPr lang="he-IL" sz="4500">
                <a:solidFill>
                  <a:srgbClr val="FFFFFF"/>
                </a:solidFill>
                <a:latin typeface="David Libre"/>
                <a:ea typeface="David Libre"/>
                <a:cs typeface="David Libre"/>
                <a:sym typeface="David Libre"/>
                <a:rtl/>
              </a:rPr>
              <a:t>בְּחֶמְלָה רַבָּה אֱמוּנָתֶֽךָ.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מוֹדֶה אֲנִי</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Modeh Ani</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I offer thanks to You, ever-living Sovereign, that You have restored my soul to me. How great is Your trust.</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b="1">
                <a:solidFill>
                  <a:srgbClr val="FFFFFF"/>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Ozi v’zimrat Yah,</a:t>
            </a:r>
          </a:p>
          <a:p>
            <a:pPr algn="l">
              <a:lnSpc>
                <a:spcPts val="5760"/>
              </a:lnSpc>
            </a:pPr>
            <a:r>
              <a:rPr lang="en-US" sz="3600">
                <a:solidFill>
                  <a:srgbClr val="FFFFFF"/>
                </a:solidFill>
                <a:latin typeface="Calibri (MS)"/>
                <a:cs typeface="Calibri (MS)"/>
              </a:rPr>
              <a:t>vay’hi li vay’hi li</a:t>
            </a:r>
          </a:p>
          <a:p>
            <a:pPr algn="l">
              <a:lnSpc>
                <a:spcPts val="5760"/>
              </a:lnSpc>
            </a:pPr>
            <a:r>
              <a:rPr lang="en-US" sz="3600">
                <a:solidFill>
                  <a:srgbClr val="FFFFFF"/>
                </a:solidFill>
                <a:latin typeface="Calibri (MS)"/>
                <a:cs typeface="Calibri (MS)"/>
              </a:rPr>
              <a:t>lishuah, lishuah, lishuah.</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עׇזִּי וְזִמְרָת יָהּ,</a:t>
            </a:r>
          </a:p>
          <a:p>
            <a:pPr algn="r" rtl="1">
              <a:lnSpc>
                <a:spcPts val="5760"/>
              </a:lnSpc>
            </a:pPr>
            <a:r>
              <a:rPr lang="he-IL" sz="4500">
                <a:solidFill>
                  <a:srgbClr val="FFFFFF"/>
                </a:solidFill>
                <a:latin typeface="David Libre"/>
                <a:ea typeface="David Libre"/>
                <a:cs typeface="David Libre"/>
                <a:sym typeface="David Libre"/>
                <a:rtl/>
              </a:rPr>
              <a:t>וַיְהִי־לִי וַיְהִי־לִי</a:t>
            </a:r>
          </a:p>
          <a:p>
            <a:pPr algn="r" rtl="1">
              <a:lnSpc>
                <a:spcPts val="5760"/>
              </a:lnSpc>
            </a:pPr>
            <a:r>
              <a:rPr lang="he-IL" sz="4500">
                <a:solidFill>
                  <a:srgbClr val="FFFFFF"/>
                </a:solidFill>
                <a:latin typeface="David Libre"/>
                <a:ea typeface="David Libre"/>
                <a:cs typeface="David Libre"/>
                <a:sym typeface="David Libre"/>
                <a:rtl/>
              </a:rPr>
              <a:t>לִישׁוּעָה, לִישׁוּעָה, לִישׁוּעָה.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עׇזִּי וְזִמְרָת יָהּ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Ozi V’zimrat Yah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My strength and the song of God will be my salvation.</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a:solidFill>
                  <a:srgbClr val="B8E3E6"/>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b="1">
                <a:solidFill>
                  <a:srgbClr val="FFFFFF"/>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Bar’chu et Adonai ham’vorach!</a:t>
            </a:r>
          </a:p>
          <a:p>
            <a:pPr algn="l">
              <a:lnSpc>
                <a:spcPts val="5760"/>
              </a:lnSpc>
            </a:pPr>
            <a:r>
              <a:rPr lang="en-US" sz="3600">
                <a:solidFill>
                  <a:srgbClr val="FFFFFF"/>
                </a:solidFill>
                <a:latin typeface="Calibri (MS)"/>
                <a:cs typeface="Calibri (MS)"/>
              </a:rPr>
              <a:t>Baruch Adonai ham’vorach l’olam va-ed!</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בָּרְכוּ אֶת יְיָ הַמְבֹרָךְ!</a:t>
            </a:r>
          </a:p>
          <a:p>
            <a:pPr algn="r" rtl="1">
              <a:lnSpc>
                <a:spcPts val="5760"/>
              </a:lnSpc>
            </a:pPr>
            <a:r>
              <a:rPr lang="he-IL" sz="4500">
                <a:solidFill>
                  <a:srgbClr val="FFFFFF"/>
                </a:solidFill>
                <a:latin typeface="David Libre"/>
                <a:ea typeface="David Libre"/>
                <a:cs typeface="David Libre"/>
                <a:sym typeface="David Libre"/>
                <a:rtl/>
              </a:rPr>
              <a:t>בָּרוּךְ יְיָ הַמְבֹרָךְ 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בָּרְכוּ</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Bar’chu</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Praise Adonai, to whom praise is due! Praise Adonai, to whom praise is due, now and forever!</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b="1">
                <a:solidFill>
                  <a:srgbClr val="FFFFFF"/>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Sh’ma Yisrael,</a:t>
            </a:r>
          </a:p>
          <a:p>
            <a:pPr algn="l">
              <a:lnSpc>
                <a:spcPts val="5760"/>
              </a:lnSpc>
            </a:pPr>
            <a:r>
              <a:rPr lang="en-US" sz="3600">
                <a:solidFill>
                  <a:srgbClr val="FFFFFF"/>
                </a:solidFill>
                <a:latin typeface="Calibri (MS)"/>
                <a:cs typeface="Calibri (MS)"/>
              </a:rPr>
              <a:t>Adonai Eloheinu, Adonai Echad!</a:t>
            </a:r>
          </a:p>
          <a:p>
            <a:pPr algn="l">
              <a:lnSpc>
                <a:spcPts val="5760"/>
              </a:lnSpc>
            </a:pPr>
            <a:r>
              <a:rPr lang="en-US" sz="3600">
                <a:solidFill>
                  <a:srgbClr val="FFFFFF"/>
                </a:solidFill>
                <a:latin typeface="Calibri (MS)"/>
                <a:cs typeface="Calibri (MS)"/>
              </a:rPr>
              <a:t>Baruch shem k’vod malchuto</a:t>
            </a:r>
          </a:p>
          <a:p>
            <a:pPr algn="l">
              <a:lnSpc>
                <a:spcPts val="5760"/>
              </a:lnSpc>
            </a:pPr>
            <a:r>
              <a:rPr lang="en-US" sz="3600">
                <a:solidFill>
                  <a:srgbClr val="FFFFFF"/>
                </a:solidFill>
                <a:latin typeface="Calibri (MS)"/>
                <a:cs typeface="Calibri (MS)"/>
              </a:rPr>
              <a:t>l’olam va-ed.</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שְׁמַע יִשְׂרָאֵל,</a:t>
            </a:r>
          </a:p>
          <a:p>
            <a:pPr algn="r" rtl="1">
              <a:lnSpc>
                <a:spcPts val="5760"/>
              </a:lnSpc>
            </a:pPr>
            <a:r>
              <a:rPr lang="he-IL" sz="4500">
                <a:solidFill>
                  <a:srgbClr val="FFFFFF"/>
                </a:solidFill>
                <a:latin typeface="David Libre"/>
                <a:ea typeface="David Libre"/>
                <a:cs typeface="David Libre"/>
                <a:sym typeface="David Libre"/>
                <a:rtl/>
              </a:rPr>
              <a:t>יְיָ אֱלֹהֵֽינוּ, יְיָ אֶחָד!</a:t>
            </a:r>
          </a:p>
          <a:p>
            <a:pPr algn="r" rtl="1">
              <a:lnSpc>
                <a:spcPts val="5760"/>
              </a:lnSpc>
            </a:pPr>
            <a:r>
              <a:rPr lang="he-IL" sz="4500">
                <a:solidFill>
                  <a:srgbClr val="FFFFFF"/>
                </a:solidFill>
                <a:latin typeface="David Libre"/>
                <a:ea typeface="David Libre"/>
                <a:cs typeface="David Libre"/>
                <a:sym typeface="David Libre"/>
                <a:rtl/>
              </a:rPr>
              <a:t>בָּרוּךְ שֵׁם כְּבוֹד מַלְכוּתוֹ</a:t>
            </a:r>
          </a:p>
          <a:p>
            <a:pPr algn="r" rtl="1">
              <a:lnSpc>
                <a:spcPts val="5760"/>
              </a:lnSpc>
            </a:pPr>
            <a:r>
              <a:rPr lang="he-IL" sz="4500">
                <a:solidFill>
                  <a:srgbClr val="FFFFFF"/>
                </a:solidFill>
                <a:latin typeface="David Libre"/>
                <a:ea typeface="David Libre"/>
                <a:cs typeface="David Libre"/>
                <a:sym typeface="David Libre"/>
                <a:rtl/>
              </a:rPr>
              <a:t>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שְׁמַע</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Sh’ma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Hear O Israel: Adonai is our God, Adonai is One! Blessed is God’s glorious majesty for ever and ever.</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b="1">
                <a:solidFill>
                  <a:srgbClr val="FFFFFF"/>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40000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Repeat them to your children</a:t>
            </a:r>
          </a:p>
          <a:p>
            <a:pPr algn="l">
              <a:lnSpc>
                <a:spcPts val="5760"/>
              </a:lnSpc>
            </a:pPr>
            <a:r>
              <a:rPr lang="en-US" sz="3600">
                <a:solidFill>
                  <a:srgbClr val="FFFFFF"/>
                </a:solidFill>
                <a:latin typeface="Calibri (MS)"/>
                <a:cs typeface="Calibri (MS)"/>
              </a:rPr>
              <a:t>and speak them</a:t>
            </a:r>
          </a:p>
          <a:p>
            <a:pPr algn="l">
              <a:lnSpc>
                <a:spcPts val="5760"/>
              </a:lnSpc>
            </a:pPr>
            <a:r>
              <a:rPr lang="en-US" sz="3600">
                <a:solidFill>
                  <a:srgbClr val="FFFFFF"/>
                </a:solidFill>
                <a:latin typeface="Calibri (MS)"/>
                <a:cs typeface="Calibri (MS)"/>
              </a:rPr>
              <a:t>when you sit at home</a:t>
            </a:r>
          </a:p>
          <a:p>
            <a:pPr algn="l">
              <a:lnSpc>
                <a:spcPts val="5760"/>
              </a:lnSpc>
            </a:pPr>
            <a:r>
              <a:rPr lang="en-US" sz="3600">
                <a:solidFill>
                  <a:srgbClr val="FFFFFF"/>
                </a:solidFill>
                <a:latin typeface="Calibri (MS)"/>
                <a:cs typeface="Calibri (MS)"/>
              </a:rPr>
              <a:t>and when you walk on the street,</a:t>
            </a:r>
          </a:p>
          <a:p>
            <a:pPr algn="l">
              <a:lnSpc>
                <a:spcPts val="5760"/>
              </a:lnSpc>
            </a:pPr>
            <a:r>
              <a:rPr lang="en-US" sz="3600">
                <a:solidFill>
                  <a:srgbClr val="FFFFFF"/>
                </a:solidFill>
                <a:latin typeface="Calibri (MS)"/>
                <a:cs typeface="Calibri (MS)"/>
              </a:rPr>
              <a:t>when you lie down and when you get up.</a:t>
            </a:r>
          </a:p>
          <a:p>
            <a:pPr algn="l">
              <a:lnSpc>
                <a:spcPts val="5760"/>
              </a:lnSpc>
            </a:pPr>
            <a:r>
              <a:rPr lang="en-US" sz="3600">
                <a:solidFill>
                  <a:srgbClr val="FFFFFF"/>
                </a:solidFill>
                <a:latin typeface="Calibri (MS)"/>
                <a:cs typeface="Calibri (MS)"/>
              </a:rPr>
              <a:t>Tie them as a sign on your hand,</a:t>
            </a:r>
          </a:p>
          <a:p>
            <a:pPr algn="l">
              <a:lnSpc>
                <a:spcPts val="5760"/>
              </a:lnSpc>
            </a:pPr>
            <a:r>
              <a:rPr lang="en-US" sz="3600">
                <a:solidFill>
                  <a:srgbClr val="FFFFFF"/>
                </a:solidFill>
                <a:latin typeface="Calibri (MS)"/>
                <a:cs typeface="Calibri (MS)"/>
              </a:rPr>
              <a:t>and let them be a symbol between your eyes.</a:t>
            </a:r>
          </a:p>
          <a:p>
            <a:pPr algn="l">
              <a:lnSpc>
                <a:spcPts val="5760"/>
              </a:lnSpc>
            </a:pPr>
            <a:r>
              <a:rPr lang="en-US" sz="3600">
                <a:solidFill>
                  <a:srgbClr val="FFFFFF"/>
                </a:solidFill>
                <a:latin typeface="Calibri (MS)"/>
                <a:cs typeface="Calibri (MS)"/>
              </a:rPr>
              <a:t>Write them on the doorposts</a:t>
            </a:r>
          </a:p>
          <a:p>
            <a:pPr algn="l">
              <a:lnSpc>
                <a:spcPts val="5760"/>
              </a:lnSpc>
            </a:pPr>
            <a:r>
              <a:rPr lang="en-US" sz="3600">
                <a:solidFill>
                  <a:srgbClr val="FFFFFF"/>
                </a:solidFill>
                <a:latin typeface="Calibri (MS)"/>
                <a:cs typeface="Calibri (MS)"/>
              </a:rPr>
              <a:t>of your house and on your gates.</a:t>
            </a:r>
          </a:p>
        </p:txBody>
      </p:sp>
      <p:sp>
        <p:nvSpPr>
          <p:cNvPr id="11" name="TextBox 11"/>
          <p:cNvSpPr txBox="1"/>
          <p:nvPr/>
        </p:nvSpPr>
        <p:spPr>
          <a:xfrm>
            <a:off x="8665588" y="1095006"/>
            <a:ext cx="5794490" cy="84000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וְשִׁנַּנְתָּם לְבָנֶֽיךָ</a:t>
            </a:r>
          </a:p>
          <a:p>
            <a:pPr algn="r" rtl="1">
              <a:lnSpc>
                <a:spcPts val="5760"/>
              </a:lnSpc>
            </a:pPr>
            <a:r>
              <a:rPr lang="he-IL" sz="4500">
                <a:solidFill>
                  <a:srgbClr val="FFFFFF"/>
                </a:solidFill>
                <a:latin typeface="David Libre"/>
                <a:ea typeface="David Libre"/>
                <a:cs typeface="David Libre"/>
                <a:sym typeface="David Libre"/>
                <a:rtl/>
              </a:rPr>
              <a:t>וְדִבַּרְתָּ בָּם</a:t>
            </a:r>
          </a:p>
          <a:p>
            <a:pPr algn="r" rtl="1">
              <a:lnSpc>
                <a:spcPts val="5760"/>
              </a:lnSpc>
            </a:pPr>
            <a:r>
              <a:rPr lang="he-IL" sz="4500">
                <a:solidFill>
                  <a:srgbClr val="FFFFFF"/>
                </a:solidFill>
                <a:latin typeface="David Libre"/>
                <a:ea typeface="David Libre"/>
                <a:cs typeface="David Libre"/>
                <a:sym typeface="David Libre"/>
                <a:rtl/>
              </a:rPr>
              <a:t>בְּשִׁבְתְּךָ בְּבֵיתֶֽךָ</a:t>
            </a:r>
          </a:p>
          <a:p>
            <a:pPr algn="r" rtl="1">
              <a:lnSpc>
                <a:spcPts val="5760"/>
              </a:lnSpc>
            </a:pPr>
            <a:r>
              <a:rPr lang="he-IL" sz="4500">
                <a:solidFill>
                  <a:srgbClr val="FFFFFF"/>
                </a:solidFill>
                <a:latin typeface="David Libre"/>
                <a:ea typeface="David Libre"/>
                <a:cs typeface="David Libre"/>
                <a:sym typeface="David Libre"/>
                <a:rtl/>
              </a:rPr>
              <a:t>וּבְלֶכְתְּךָ בַדֶּֽרֶךְ</a:t>
            </a:r>
          </a:p>
          <a:p>
            <a:pPr algn="r" rtl="1">
              <a:lnSpc>
                <a:spcPts val="5760"/>
              </a:lnSpc>
            </a:pPr>
            <a:r>
              <a:rPr lang="he-IL" sz="4500">
                <a:solidFill>
                  <a:srgbClr val="FFFFFF"/>
                </a:solidFill>
                <a:latin typeface="David Libre"/>
                <a:ea typeface="David Libre"/>
                <a:cs typeface="David Libre"/>
                <a:sym typeface="David Libre"/>
                <a:rtl/>
              </a:rPr>
              <a:t>וּבְשָׁכְבְּךָ וּבְקוּמֶֽךָ.</a:t>
            </a:r>
          </a:p>
          <a:p>
            <a:pPr algn="r" rtl="1">
              <a:lnSpc>
                <a:spcPts val="5760"/>
              </a:lnSpc>
            </a:pPr>
            <a:r>
              <a:rPr lang="he-IL" sz="4500">
                <a:solidFill>
                  <a:srgbClr val="FFFFFF"/>
                </a:solidFill>
                <a:latin typeface="David Libre"/>
                <a:ea typeface="David Libre"/>
                <a:cs typeface="David Libre"/>
                <a:sym typeface="David Libre"/>
                <a:rtl/>
              </a:rPr>
              <a:t>וּקְשַׁרְתָּם לְאוֹת עַל־יָדֶֽךָ</a:t>
            </a:r>
          </a:p>
          <a:p>
            <a:pPr algn="r" rtl="1">
              <a:lnSpc>
                <a:spcPts val="5760"/>
              </a:lnSpc>
            </a:pPr>
            <a:r>
              <a:rPr lang="he-IL" sz="4500">
                <a:solidFill>
                  <a:srgbClr val="FFFFFF"/>
                </a:solidFill>
                <a:latin typeface="David Libre"/>
                <a:ea typeface="David Libre"/>
                <a:cs typeface="David Libre"/>
                <a:sym typeface="David Libre"/>
                <a:rtl/>
              </a:rPr>
              <a:t>וְהָיוּ לְטֹטָפֹת בֵּין עֵינֶֽיךָ.</a:t>
            </a:r>
          </a:p>
          <a:p>
            <a:pPr algn="r" rtl="1">
              <a:lnSpc>
                <a:spcPts val="5760"/>
              </a:lnSpc>
            </a:pPr>
            <a:r>
              <a:rPr lang="he-IL" sz="4500">
                <a:solidFill>
                  <a:srgbClr val="FFFFFF"/>
                </a:solidFill>
                <a:latin typeface="David Libre"/>
                <a:ea typeface="David Libre"/>
                <a:cs typeface="David Libre"/>
                <a:sym typeface="David Libre"/>
                <a:rtl/>
              </a:rPr>
              <a:t>וּכְתַבְתָּם עַל־מְזֻזוֹת</a:t>
            </a:r>
          </a:p>
          <a:p>
            <a:pPr algn="r" rtl="1">
              <a:lnSpc>
                <a:spcPts val="5760"/>
              </a:lnSpc>
            </a:pPr>
            <a:r>
              <a:rPr lang="he-IL" sz="4500">
                <a:solidFill>
                  <a:srgbClr val="FFFFFF"/>
                </a:solidFill>
                <a:latin typeface="David Libre"/>
                <a:ea typeface="David Libre"/>
                <a:cs typeface="David Libre"/>
                <a:sym typeface="David Libre"/>
                <a:rtl/>
              </a:rPr>
              <a:t>בֵּיתֶֽךָ וּבִשְׁעָרֶֽיךָ.</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840000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In this way, you will remember</a:t>
            </a:r>
          </a:p>
          <a:p>
            <a:pPr algn="l">
              <a:lnSpc>
                <a:spcPts val="5760"/>
              </a:lnSpc>
            </a:pPr>
            <a:r>
              <a:rPr lang="en-US" sz="3600">
                <a:solidFill>
                  <a:srgbClr val="FFFFFF"/>
                </a:solidFill>
                <a:latin typeface="Calibri (MS)"/>
                <a:cs typeface="Calibri (MS)"/>
              </a:rPr>
              <a:t>and do all My mitzvot,</a:t>
            </a:r>
          </a:p>
          <a:p>
            <a:pPr algn="l">
              <a:lnSpc>
                <a:spcPts val="5760"/>
              </a:lnSpc>
            </a:pPr>
            <a:r>
              <a:rPr lang="en-US" sz="3600">
                <a:solidFill>
                  <a:srgbClr val="FFFFFF"/>
                </a:solidFill>
                <a:latin typeface="Calibri (MS)"/>
                <a:cs typeface="Calibri (MS)"/>
              </a:rPr>
              <a:t>and you will be holy</a:t>
            </a:r>
          </a:p>
          <a:p>
            <a:pPr algn="l">
              <a:lnSpc>
                <a:spcPts val="5760"/>
              </a:lnSpc>
            </a:pPr>
            <a:r>
              <a:rPr lang="en-US" sz="3600">
                <a:solidFill>
                  <a:srgbClr val="FFFFFF"/>
                </a:solidFill>
                <a:latin typeface="Calibri (MS)"/>
                <a:cs typeface="Calibri (MS)"/>
              </a:rPr>
              <a:t>to your God.</a:t>
            </a:r>
          </a:p>
          <a:p>
            <a:pPr algn="l">
              <a:lnSpc>
                <a:spcPts val="5760"/>
              </a:lnSpc>
            </a:pPr>
            <a:r>
              <a:rPr lang="en-US" sz="3600">
                <a:solidFill>
                  <a:srgbClr val="FFFFFF"/>
                </a:solidFill>
                <a:latin typeface="Calibri (MS)"/>
                <a:cs typeface="Calibri (MS)"/>
              </a:rPr>
              <a:t>I am Adonai your God</a:t>
            </a:r>
          </a:p>
          <a:p>
            <a:pPr algn="l">
              <a:lnSpc>
                <a:spcPts val="5760"/>
              </a:lnSpc>
            </a:pPr>
            <a:r>
              <a:rPr lang="en-US" sz="3600">
                <a:solidFill>
                  <a:srgbClr val="FFFFFF"/>
                </a:solidFill>
                <a:latin typeface="Calibri (MS)"/>
                <a:cs typeface="Calibri (MS)"/>
              </a:rPr>
              <a:t>who brought you out of</a:t>
            </a:r>
          </a:p>
          <a:p>
            <a:pPr algn="l">
              <a:lnSpc>
                <a:spcPts val="5760"/>
              </a:lnSpc>
            </a:pPr>
            <a:r>
              <a:rPr lang="en-US" sz="3600">
                <a:solidFill>
                  <a:srgbClr val="FFFFFF"/>
                </a:solidFill>
                <a:latin typeface="Calibri (MS)"/>
                <a:cs typeface="Calibri (MS)"/>
              </a:rPr>
              <a:t>the land of Egypt</a:t>
            </a:r>
          </a:p>
          <a:p>
            <a:pPr algn="l">
              <a:lnSpc>
                <a:spcPts val="5760"/>
              </a:lnSpc>
            </a:pPr>
            <a:r>
              <a:rPr lang="en-US" sz="3600">
                <a:solidFill>
                  <a:srgbClr val="FFFFFF"/>
                </a:solidFill>
                <a:latin typeface="Calibri (MS)"/>
                <a:cs typeface="Calibri (MS)"/>
              </a:rPr>
              <a:t>to be your God.</a:t>
            </a:r>
          </a:p>
          <a:p>
            <a:pPr algn="l">
              <a:lnSpc>
                <a:spcPts val="5760"/>
              </a:lnSpc>
            </a:pPr>
            <a:r>
              <a:rPr lang="en-US" sz="3600">
                <a:solidFill>
                  <a:srgbClr val="FFFFFF"/>
                </a:solidFill>
                <a:latin typeface="Calibri (MS)"/>
                <a:cs typeface="Calibri (MS)"/>
              </a:rPr>
              <a:t>I am Adonai your God.</a:t>
            </a:r>
          </a:p>
        </p:txBody>
      </p:sp>
      <p:sp>
        <p:nvSpPr>
          <p:cNvPr id="11" name="TextBox 11"/>
          <p:cNvSpPr txBox="1"/>
          <p:nvPr/>
        </p:nvSpPr>
        <p:spPr>
          <a:xfrm>
            <a:off x="8665588" y="1095006"/>
            <a:ext cx="5794490" cy="84000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לְמַֽעַן תִּזְכְּרוּ</a:t>
            </a:r>
          </a:p>
          <a:p>
            <a:pPr algn="r" rtl="1">
              <a:lnSpc>
                <a:spcPts val="5760"/>
              </a:lnSpc>
            </a:pPr>
            <a:r>
              <a:rPr lang="he-IL" sz="4500">
                <a:solidFill>
                  <a:srgbClr val="FFFFFF"/>
                </a:solidFill>
                <a:latin typeface="David Libre"/>
                <a:ea typeface="David Libre"/>
                <a:cs typeface="David Libre"/>
                <a:sym typeface="David Libre"/>
                <a:rtl/>
              </a:rPr>
              <a:t>וַעֲשִׂיתֶם אֶת־כָּל־מִצְוֹתָי</a:t>
            </a:r>
          </a:p>
          <a:p>
            <a:pPr algn="r" rtl="1">
              <a:lnSpc>
                <a:spcPts val="5760"/>
              </a:lnSpc>
            </a:pPr>
            <a:r>
              <a:rPr lang="he-IL" sz="4500">
                <a:solidFill>
                  <a:srgbClr val="FFFFFF"/>
                </a:solidFill>
                <a:latin typeface="David Libre"/>
                <a:ea typeface="David Libre"/>
                <a:cs typeface="David Libre"/>
                <a:sym typeface="David Libre"/>
                <a:rtl/>
              </a:rPr>
              <a:t>וִהְיִיתֶם קְדֹשִׁים</a:t>
            </a:r>
          </a:p>
          <a:p>
            <a:pPr algn="r" rtl="1">
              <a:lnSpc>
                <a:spcPts val="5760"/>
              </a:lnSpc>
            </a:pPr>
            <a:r>
              <a:rPr lang="he-IL" sz="4500">
                <a:solidFill>
                  <a:srgbClr val="FFFFFF"/>
                </a:solidFill>
                <a:latin typeface="David Libre"/>
                <a:ea typeface="David Libre"/>
                <a:cs typeface="David Libre"/>
                <a:sym typeface="David Libre"/>
                <a:rtl/>
              </a:rPr>
              <a:t>לֵאלֹהֵיכֶם.</a:t>
            </a:r>
          </a:p>
          <a:p>
            <a:pPr algn="r" rtl="1">
              <a:lnSpc>
                <a:spcPts val="5760"/>
              </a:lnSpc>
            </a:pPr>
            <a:r>
              <a:rPr lang="he-IL" sz="4500">
                <a:solidFill>
                  <a:srgbClr val="FFFFFF"/>
                </a:solidFill>
                <a:latin typeface="David Libre"/>
                <a:ea typeface="David Libre"/>
                <a:cs typeface="David Libre"/>
                <a:sym typeface="David Libre"/>
                <a:rtl/>
              </a:rPr>
              <a:t>אֲנִי יְיָ אֱלֹהֵיכֶם</a:t>
            </a:r>
          </a:p>
          <a:p>
            <a:pPr algn="r" rtl="1">
              <a:lnSpc>
                <a:spcPts val="5760"/>
              </a:lnSpc>
            </a:pPr>
            <a:r>
              <a:rPr lang="he-IL" sz="4500">
                <a:solidFill>
                  <a:srgbClr val="FFFFFF"/>
                </a:solidFill>
                <a:latin typeface="David Libre"/>
                <a:ea typeface="David Libre"/>
                <a:cs typeface="David Libre"/>
                <a:sym typeface="David Libre"/>
                <a:rtl/>
              </a:rPr>
              <a:t>אֲשֶׁר הוֹצֵֽאתִי אֶתְכֶם</a:t>
            </a:r>
          </a:p>
          <a:p>
            <a:pPr algn="r" rtl="1">
              <a:lnSpc>
                <a:spcPts val="5760"/>
              </a:lnSpc>
            </a:pPr>
            <a:r>
              <a:rPr lang="he-IL" sz="4500">
                <a:solidFill>
                  <a:srgbClr val="FFFFFF"/>
                </a:solidFill>
                <a:latin typeface="David Libre"/>
                <a:ea typeface="David Libre"/>
                <a:cs typeface="David Libre"/>
                <a:sym typeface="David Libre"/>
                <a:rtl/>
              </a:rPr>
              <a:t>מֵאֶֽרֶץ מִצְרַֽיִם</a:t>
            </a:r>
          </a:p>
          <a:p>
            <a:pPr algn="r" rtl="1">
              <a:lnSpc>
                <a:spcPts val="5760"/>
              </a:lnSpc>
            </a:pPr>
            <a:r>
              <a:rPr lang="he-IL" sz="4500">
                <a:solidFill>
                  <a:srgbClr val="FFFFFF"/>
                </a:solidFill>
                <a:latin typeface="David Libre"/>
                <a:ea typeface="David Libre"/>
                <a:cs typeface="David Libre"/>
                <a:sym typeface="David Libre"/>
                <a:rtl/>
              </a:rPr>
              <a:t>לִהְיוֹת לָכֶם לֵאלֹהִים</a:t>
            </a:r>
          </a:p>
          <a:p>
            <a:pPr algn="r" rtl="1">
              <a:lnSpc>
                <a:spcPts val="5760"/>
              </a:lnSpc>
            </a:pPr>
            <a:r>
              <a:rPr lang="he-IL" sz="4500">
                <a:solidFill>
                  <a:srgbClr val="FFFFFF"/>
                </a:solidFill>
                <a:latin typeface="David Libre"/>
                <a:ea typeface="David Libre"/>
                <a:cs typeface="David Libre"/>
                <a:sym typeface="David Libre"/>
                <a:rtl/>
              </a:rPr>
              <a:t>אֲנִי יְיָ אֱלֹהֵיכֶם.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וְאָהַבְתָּ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V’ahavta</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Mi chamochah ba-eilim, Adonai!</a:t>
            </a:r>
          </a:p>
          <a:p>
            <a:pPr algn="l">
              <a:lnSpc>
                <a:spcPts val="5760"/>
              </a:lnSpc>
            </a:pPr>
            <a:r>
              <a:rPr lang="en-US" sz="3600">
                <a:solidFill>
                  <a:srgbClr val="FFFFFF"/>
                </a:solidFill>
                <a:latin typeface="Calibri (MS)"/>
                <a:cs typeface="Calibri (MS)"/>
              </a:rPr>
              <a:t>Mi kamochah nedar bakodesh,</a:t>
            </a:r>
          </a:p>
          <a:p>
            <a:pPr algn="l">
              <a:lnSpc>
                <a:spcPts val="5760"/>
              </a:lnSpc>
            </a:pPr>
            <a:r>
              <a:rPr lang="en-US" sz="3600">
                <a:solidFill>
                  <a:srgbClr val="FFFFFF"/>
                </a:solidFill>
                <a:latin typeface="Calibri (MS)"/>
                <a:cs typeface="Calibri (MS)"/>
              </a:rPr>
              <a:t>nora t’hilot, oseih fele!</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מִי כָמֹכָה בָּאֵלִם יְיָ,</a:t>
            </a:r>
          </a:p>
          <a:p>
            <a:pPr algn="r" rtl="1">
              <a:lnSpc>
                <a:spcPts val="5760"/>
              </a:lnSpc>
            </a:pPr>
            <a:r>
              <a:rPr lang="he-IL" sz="4500">
                <a:solidFill>
                  <a:srgbClr val="FFFFFF"/>
                </a:solidFill>
                <a:latin typeface="David Libre"/>
                <a:ea typeface="David Libre"/>
                <a:cs typeface="David Libre"/>
                <a:sym typeface="David Libre"/>
                <a:rtl/>
              </a:rPr>
              <a:t>מִי כָּמֹכָה נֶאְדָּר בַּקֹּדֶשׁ,</a:t>
            </a:r>
          </a:p>
          <a:p>
            <a:pPr algn="r" rtl="1">
              <a:lnSpc>
                <a:spcPts val="5760"/>
              </a:lnSpc>
            </a:pPr>
            <a:r>
              <a:rPr lang="he-IL" sz="4500">
                <a:solidFill>
                  <a:srgbClr val="FFFFFF"/>
                </a:solidFill>
                <a:latin typeface="David Libre"/>
                <a:ea typeface="David Libre"/>
                <a:cs typeface="David Libre"/>
                <a:sym typeface="David Libre"/>
                <a:rtl/>
              </a:rPr>
              <a:t>נוֹרָא תְהִלֹּת עֹשֵׂה פֶלֶא.</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כָמֹכָה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Chamochah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Who is like You, Adonai, among the gods that are worshipped? Who is like You, majestic in holiness, awesome in splendor, working wonders!</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b="1">
                <a:solidFill>
                  <a:srgbClr val="FFFFFF"/>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Please rise and open your siddur:</a:t>
            </a:r>
          </a:p>
          <a:p>
            <a:pPr algn="l">
              <a:lnSpc>
                <a:spcPts val="5760"/>
              </a:lnSpc>
            </a:pPr>
            <a:r>
              <a:rPr lang="en-US" sz="3600">
                <a:solidFill>
                  <a:srgbClr val="FFFFFF"/>
                </a:solidFill>
                <a:latin typeface="Calibri (MS)"/>
                <a:cs typeface="Calibri (MS)"/>
              </a:rPr>
              <a:t>Adonai S’fatai — 124 or 98</a:t>
            </a:r>
          </a:p>
          <a:p>
            <a:pPr algn="l">
              <a:lnSpc>
                <a:spcPts val="5760"/>
              </a:lnSpc>
            </a:pPr>
            <a:r>
              <a:rPr lang="en-US" sz="3600">
                <a:solidFill>
                  <a:srgbClr val="FFFFFF"/>
                </a:solidFill>
                <a:latin typeface="Calibri (MS)"/>
                <a:cs typeface="Calibri (MS)"/>
              </a:rPr>
              <a:t>Avot v’Imahot — 126 or 100</a:t>
            </a:r>
          </a:p>
          <a:p>
            <a:pPr algn="l">
              <a:lnSpc>
                <a:spcPts val="5760"/>
              </a:lnSpc>
            </a:pPr>
            <a:r>
              <a:rPr lang="en-US" sz="3600">
                <a:solidFill>
                  <a:srgbClr val="FFFFFF"/>
                </a:solidFill>
                <a:latin typeface="Calibri (MS)"/>
                <a:cs typeface="Calibri (MS)"/>
              </a:rPr>
              <a:t>G’vurot — 128 or 102</a:t>
            </a:r>
          </a:p>
          <a:p>
            <a:pPr algn="l">
              <a:lnSpc>
                <a:spcPts val="5760"/>
              </a:lnSpc>
            </a:pPr>
            <a:r>
              <a:rPr lang="en-US" sz="3600">
                <a:solidFill>
                  <a:srgbClr val="FFFFFF"/>
                </a:solidFill>
                <a:latin typeface="Calibri (MS)"/>
                <a:cs typeface="Calibri (MS)"/>
              </a:rPr>
              <a:t>K’dushah — 130 or 104</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עֲמִידָה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Amidah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Student siddur: page 10.</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b="1">
                <a:solidFill>
                  <a:srgbClr val="FFFFFF"/>
                </a:solidFill>
                <a:latin typeface="Calibri (MS)"/>
                <a:cs typeface="Calibri (MS)"/>
              </a:rPr>
              <a:t>• Amidah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Mi shebeirach avoteinu,</a:t>
            </a:r>
          </a:p>
          <a:p>
            <a:pPr algn="l">
              <a:lnSpc>
                <a:spcPts val="5760"/>
              </a:lnSpc>
            </a:pPr>
            <a:r>
              <a:rPr lang="en-US" sz="3600">
                <a:solidFill>
                  <a:srgbClr val="FFFFFF"/>
                </a:solidFill>
                <a:latin typeface="Calibri (MS)"/>
                <a:cs typeface="Calibri (MS)"/>
              </a:rPr>
              <a:t>m’kor hab’rachah l’imoteinu.</a:t>
            </a:r>
          </a:p>
          <a:p>
            <a:pPr algn="l">
              <a:lnSpc>
                <a:spcPts val="5760"/>
              </a:lnSpc>
            </a:pPr>
            <a:r>
              <a:rPr lang="en-US" sz="3600">
                <a:solidFill>
                  <a:srgbClr val="FFFFFF"/>
                </a:solidFill>
                <a:latin typeface="Calibri (MS)"/>
                <a:cs typeface="Calibri (MS)"/>
              </a:rPr>
              <a:t>Mi shebeirach imoteinu,</a:t>
            </a:r>
          </a:p>
          <a:p>
            <a:pPr algn="l">
              <a:lnSpc>
                <a:spcPts val="5760"/>
              </a:lnSpc>
            </a:pPr>
            <a:r>
              <a:rPr lang="en-US" sz="3600">
                <a:solidFill>
                  <a:srgbClr val="FFFFFF"/>
                </a:solidFill>
                <a:latin typeface="Calibri (MS)"/>
                <a:cs typeface="Calibri (MS)"/>
              </a:rPr>
              <a:t>m’kor hab’rachah la’avoteinu.</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מִי שֶׁבֵּרַךְ אֲבוֹתֵינוּ,</a:t>
            </a:r>
          </a:p>
          <a:p>
            <a:pPr algn="r" rtl="1">
              <a:lnSpc>
                <a:spcPts val="5760"/>
              </a:lnSpc>
            </a:pPr>
            <a:r>
              <a:rPr lang="he-IL" sz="4500">
                <a:solidFill>
                  <a:srgbClr val="FFFFFF"/>
                </a:solidFill>
                <a:latin typeface="David Libre"/>
                <a:ea typeface="David Libre"/>
                <a:cs typeface="David Libre"/>
                <a:sym typeface="David Libre"/>
                <a:rtl/>
              </a:rPr>
              <a:t>מְקוֹר הַבְּרָכָה לְאִמּוֹתֵינוּ.</a:t>
            </a:r>
          </a:p>
          <a:p>
            <a:pPr algn="r" rtl="1">
              <a:lnSpc>
                <a:spcPts val="5760"/>
              </a:lnSpc>
            </a:pPr>
            <a:r>
              <a:rPr lang="he-IL" sz="4500">
                <a:solidFill>
                  <a:srgbClr val="FFFFFF"/>
                </a:solidFill>
                <a:latin typeface="David Libre"/>
                <a:ea typeface="David Libre"/>
                <a:cs typeface="David Libre"/>
                <a:sym typeface="David Libre"/>
                <a:rtl/>
              </a:rPr>
              <a:t>מִי שֶׁבֵּרַךְ אִמּוֹתֵינוּ,</a:t>
            </a:r>
          </a:p>
          <a:p>
            <a:pPr algn="r" rtl="1">
              <a:lnSpc>
                <a:spcPts val="5760"/>
              </a:lnSpc>
            </a:pPr>
            <a:r>
              <a:rPr lang="he-IL" sz="4500">
                <a:solidFill>
                  <a:srgbClr val="FFFFFF"/>
                </a:solidFill>
                <a:latin typeface="David Libre"/>
                <a:ea typeface="David Libre"/>
                <a:cs typeface="David Libre"/>
                <a:sym typeface="David Libre"/>
                <a:rtl/>
              </a:rPr>
              <a:t>מְקוֹר הַבְּרָכָה לַאֲבוֹתֵינוּ.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May the One who blessed our fathers be the source of blessing for our mothers; may the One who blessed our mothers be the source of blessing for our fathers.</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b="1">
                <a:solidFill>
                  <a:srgbClr val="FFFFFF"/>
                </a:solidFill>
                <a:latin typeface="Calibri (MS)"/>
                <a:cs typeface="Calibri (MS)"/>
              </a:rPr>
              <a:t>• Mi Shebeirach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English refrain — Debbie Friedman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Friedman’s English refrain is her own copyrighted lyric, so it is not reproduced here. Paste in the school’s existing slide.</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b="1">
                <a:solidFill>
                  <a:srgbClr val="FFFFFF"/>
                </a:solidFill>
                <a:latin typeface="Calibri (MS)"/>
                <a:cs typeface="Calibri (MS)"/>
              </a:rPr>
              <a:t>• Mi Shebeirach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Class Song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שִׁיר הַכִּתָּה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Class Song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Changes weekly. Drop this week’s song in — same frame, same type sizes.</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b="1">
                <a:solidFill>
                  <a:srgbClr val="FFFFFF"/>
                </a:solidFill>
                <a:latin typeface="Calibri (MS)"/>
                <a:cs typeface="Calibri (MS)"/>
              </a:rPr>
              <a:t>• Class Song</a:t>
            </a:r>
          </a:p>
          <a:p>
            <a:pPr algn="l" marL="182880" indent="0">
              <a:lnSpc>
                <a:spcPts val="2200"/>
              </a:lnSpc>
            </a:pPr>
            <a:r>
              <a:rPr lang="en-US" sz="1800">
                <a:solidFill>
                  <a:srgbClr val="B8E3E6"/>
                </a:solidFill>
                <a:latin typeface="Calibri (MS)"/>
                <a:cs typeface="Calibri (MS)"/>
              </a:rPr>
              <a:t>• Birthday Blessings</a:t>
            </a:r>
          </a:p>
          <a:p>
            <a:pPr algn="l" marL="182880" indent="0">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shehecheyanu v’kiy’manu</a:t>
            </a:r>
          </a:p>
          <a:p>
            <a:pPr algn="l">
              <a:lnSpc>
                <a:spcPts val="5760"/>
              </a:lnSpc>
            </a:pPr>
            <a:r>
              <a:rPr lang="en-US" sz="3600">
                <a:solidFill>
                  <a:srgbClr val="FFFFFF"/>
                </a:solidFill>
                <a:latin typeface="Calibri (MS)"/>
                <a:cs typeface="Calibri (MS)"/>
              </a:rPr>
              <a:t>v’higianu lazman hazeh.</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שֶׁהֶחֱיָנוּ וְקִיְּמָנוּ</a:t>
            </a:r>
          </a:p>
          <a:p>
            <a:pPr algn="r" rtl="1">
              <a:lnSpc>
                <a:spcPts val="5760"/>
              </a:lnSpc>
            </a:pPr>
            <a:r>
              <a:rPr lang="he-IL" sz="4500">
                <a:solidFill>
                  <a:srgbClr val="FFFFFF"/>
                </a:solidFill>
                <a:latin typeface="David Libre"/>
                <a:ea typeface="David Libre"/>
                <a:cs typeface="David Libre"/>
                <a:sym typeface="David Libre"/>
                <a:rtl/>
              </a:rPr>
              <a:t>וְהִגִּיעָנוּ לַזְּמַן הַזֶּה.</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יוֹם הֻלֶּדֶת שָׂמֵחַ</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Birthday Blessings</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has kept us alive, sustained us, and brought us to this season.</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a:solidFill>
                  <a:srgbClr val="B8E3E6"/>
                </a:solidFill>
                <a:latin typeface="Calibri (MS)"/>
                <a:cs typeface="Calibri (MS)"/>
              </a:rPr>
              <a:t>• Class Song</a:t>
            </a:r>
          </a:p>
          <a:p>
            <a:pPr algn="l" marL="182880" indent="0">
              <a:lnSpc>
                <a:spcPts val="2200"/>
              </a:lnSpc>
            </a:pPr>
            <a:r>
              <a:rPr lang="en-US" sz="1800" b="1">
                <a:solidFill>
                  <a:srgbClr val="FFFFFF"/>
                </a:solidFill>
                <a:latin typeface="Calibri (MS)"/>
                <a:cs typeface="Calibri (MS)"/>
              </a:rPr>
              <a:t>• Birthday Blessings</a:t>
            </a:r>
          </a:p>
          <a:p>
            <a:pPr algn="l" marL="182880" indent="0">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asher kid’shanu b’mitzvotav</a:t>
            </a:r>
          </a:p>
          <a:p>
            <a:pPr algn="l">
              <a:lnSpc>
                <a:spcPts val="5760"/>
              </a:lnSpc>
            </a:pPr>
            <a:r>
              <a:rPr lang="en-US" sz="3600">
                <a:solidFill>
                  <a:srgbClr val="FFFFFF"/>
                </a:solidFill>
                <a:latin typeface="Calibri (MS)"/>
                <a:cs typeface="Calibri (MS)"/>
              </a:rPr>
              <a:t>v’tzivanu lishmoa kol shofar.</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לִשְׁמֹעַ קוֹל שׁוֹפָר.</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תְּקִיעַת שׁוֹפָר</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Shofar Blessing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FFFFFF"/>
                  </a:solidFill>
                  <a:latin typeface="Calibri (MS)"/>
                  <a:cs typeface="Calibri (MS)"/>
                </a:rPr>
                <a:t>Blessed are You, Adonai our God, Sovereign of the universe, who makes us holy with mitzvot and calls us to hear the sound of the shofar.</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a:solidFill>
                  <a:srgbClr val="B8E3E6"/>
                </a:solidFill>
                <a:latin typeface="Calibri (MS)"/>
                <a:cs typeface="Calibri (MS)"/>
              </a:rPr>
              <a:t>• Priestly Blessing</a:t>
            </a:r>
          </a:p>
          <a:p>
            <a:pPr algn="l" marL="182880" indent="0">
              <a:lnSpc>
                <a:spcPts val="2200"/>
              </a:lnSpc>
            </a:pPr>
            <a:r>
              <a:rPr lang="en-US" sz="1800" b="1">
                <a:solidFill>
                  <a:srgbClr val="FFFFFF"/>
                </a:solidFill>
                <a:latin typeface="Calibri (MS)"/>
                <a:cs typeface="Calibri (MS)"/>
              </a:rPr>
              <a:t>• Shofar Blessing</a:t>
            </a:r>
          </a:p>
          <a:p>
            <a:pPr algn="l" marL="182880" indent="0">
              <a:lnSpc>
                <a:spcPts val="2200"/>
              </a:lnSpc>
            </a:pPr>
            <a:r>
              <a:rPr lang="en-US" sz="1800">
                <a:solidFill>
                  <a:srgbClr val="B8E3E6"/>
                </a:solidFill>
                <a:latin typeface="Calibri (MS)"/>
                <a:cs typeface="Calibri (MS)"/>
              </a:rPr>
              <a:t>• Turn the World Around</a:t>
            </a:r>
          </a:p>
        </p:txBody>
      </p:sp>
      <p:pic>
        <p:nvPicPr>
          <p:cNvPr id="950" name="Shofar"/>
          <p:cNvPicPr/>
          <p:nvPr/>
        </p:nvPicPr>
        <p:blipFill>
          <a:blip r:embed="rId13"/>
          <a:stretch>
            <a:fillRect/>
          </a:stretch>
        </p:blipFill>
        <p:spPr>
          <a:xfrm>
            <a:off x="5486400" y="5120640"/>
            <a:ext cx="4114800" cy="2637790"/>
          </a:xfrm>
          <a:prstGeom prst="rect">
            <a:avLst/>
          </a:prstGeom>
        </p:spPr>
      </p:pic>
    </p:spTree>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grpSp>
      <p:sp>
        <p:nvSpPr>
          <p:cNvPr id="9" name="Freeform 9"/>
          <p:cNvSpPr/>
          <p:nvPr/>
        </p:nvSpPr>
        <p:spPr>
          <a:xfrm>
            <a:off x="15511536" y="8833104"/>
            <a:ext cx="2094230" cy="1243584"/>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Turn the World Around — Harry Belafonte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Turn the World Around</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b"/>
            <a:lstStyle/>
            <a:p>
              <a:pPr algn="l"/>
              <a:r>
                <a:rPr lang="en-US" sz="2799">
                  <a:solidFill>
                    <a:srgbClr val="B8E3E6"/>
                  </a:solidFill>
                  <a:latin typeface="Calibri (MS)"/>
                  <a:cs typeface="Calibri (MS)"/>
                </a:rPr>
                <a:t>Belafonte’s lyric is copyrighted, so it is not reproduced here. Paste in the school’s existing slide.</a:t>
              </a:r>
            </a:p>
          </p:txBody>
        </p:sp>
      </p:grpSp>
      <p:sp>
        <p:nvSpPr>
          <p:cNvPr id="900" name="Service Nav"/>
          <p:cNvSpPr txBox="1"/>
          <p:nvPr/>
        </p:nvSpPr>
        <p:spPr>
          <a:xfrm>
            <a:off x="15167006" y="75895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a:solidFill>
                  <a:srgbClr val="B8E3E6"/>
                </a:solidFill>
                <a:latin typeface="Calibri (MS)"/>
                <a:cs typeface="Calibri (MS)"/>
              </a:rPr>
              <a:t>• Priestly Blessing</a:t>
            </a:r>
          </a:p>
          <a:p>
            <a:pPr algn="l" marL="182880" indent="0">
              <a:lnSpc>
                <a:spcPts val="2200"/>
              </a:lnSpc>
            </a:pPr>
            <a:r>
              <a:rPr lang="en-US" sz="1800">
                <a:solidFill>
                  <a:srgbClr val="B8E3E6"/>
                </a:solidFill>
                <a:latin typeface="Calibri (MS)"/>
                <a:cs typeface="Calibri (MS)"/>
              </a:rPr>
              <a:t>• Shofar Blessing</a:t>
            </a:r>
          </a:p>
          <a:p>
            <a:pPr algn="l" marL="182880" indent="0">
              <a:lnSpc>
                <a:spcPts val="2200"/>
              </a:lnSpc>
            </a:pPr>
            <a:r>
              <a:rPr lang="en-US" sz="1800" b="1">
                <a:solidFill>
                  <a:srgbClr val="FFFFFF"/>
                </a:solidFill>
                <a:latin typeface="Calibri (MS)"/>
                <a:cs typeface="Calibri (MS)"/>
              </a:rPr>
              <a:t>• Turn the World Around</a:t>
            </a:r>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01F70"/>
        </a:solidFill>
        <a:effectLst/>
      </p:bgPr>
    </p:bg>
    <p:spTree>
      <p:nvGrpSpPr>
        <p:cNvPr id="1" name=""/>
        <p:cNvGrpSpPr/>
        <p:nvPr/>
      </p:nvGrpSpPr>
      <p:grpSpPr>
        <a:xfrm>
          <a:off x="0" y="0"/>
          <a:ext cx="0" cy="0"/>
          <a:chOff x="0" y="0"/>
          <a:chExt cx="0" cy="0"/>
        </a:xfrm>
      </p:grpSpPr>
      <p:pic>
        <p:nvPicPr>
          <p:cNvPr id="2" name="Davis Mark" descr="davis_mark_teal.png"/>
          <p:cNvPicPr>
            <a:picLocks noChangeAspect="1"/>
          </p:cNvPicPr>
          <p:nvPr/>
        </p:nvPicPr>
        <p:blipFill>
          <a:blip r:embed="rId2"/>
          <a:stretch>
            <a:fillRect/>
          </a:stretch>
        </p:blipFill>
        <p:spPr>
          <a:xfrm>
            <a:off x="0" y="320040"/>
            <a:ext cx="3291840" cy="2008924"/>
          </a:xfrm>
          <a:prstGeom prst="rect">
            <a:avLst/>
          </a:prstGeom>
          <a:effectLst/>
        </p:spPr>
      </p:pic>
      <p:sp>
        <p:nvSpPr>
          <p:cNvPr id="3" name="TextBox 8">
            <a:extLst>
              <a:ext uri="{FF2B5EF4-FFF2-40B4-BE49-F238E27FC236}">
                <a16:creationId xmlns:a16="http://schemas.microsoft.com/office/drawing/2014/main" id="{DD7D6630-F848-2628-844E-70739E888757}"/>
              </a:ext>
            </a:extLst>
          </p:cNvPr>
          <p:cNvSpPr txBox="1"/>
          <p:nvPr/>
        </p:nvSpPr>
        <p:spPr>
          <a:xfrm>
            <a:off x="4124650" y="1943100"/>
            <a:ext cx="10038699" cy="2128916"/>
          </a:xfrm>
          <a:prstGeom prst="rect">
            <a:avLst/>
          </a:prstGeom>
          <a:effectLst>
            <a:outerShdw blurRad="50800" dist="38100" dir="2700000" algn="tl" rotWithShape="0">
              <a:prstClr val="black">
                <a:alpha val="40000"/>
              </a:prstClr>
            </a:outerShdw>
          </a:effectLst>
        </p:spPr>
        <p:txBody>
          <a:bodyPr wrap="square" lIns="0" tIns="0" rIns="0" bIns="0" rtlCol="0" anchor="t">
            <a:spAutoFit/>
          </a:bodyPr>
          <a:lstStyle/>
          <a:p>
            <a:pPr algn="ctr">
              <a:lnSpc>
                <a:spcPts val="18153"/>
              </a:lnSpc>
            </a:pPr>
            <a:r>
              <a:rPr lang="en-US" sz="12000" dirty="0">
                <a:solidFill>
                  <a:srgbClr val="FFFFFF"/>
                </a:solidFill>
                <a:latin typeface="TT Berlinerins"/>
                <a:ea typeface="TT Berlinerins"/>
                <a:cs typeface="TT Berlinerins"/>
                <a:sym typeface="TT Berlinerins"/>
              </a:rPr>
              <a:t>Shabbat Shalom!</a:t>
            </a:r>
          </a:p>
        </p:txBody>
      </p:sp>
      <p:sp>
        <p:nvSpPr>
          <p:cNvPr id="5" name="TextBox 4">
            <a:extLst>
              <a:ext uri="{FF2B5EF4-FFF2-40B4-BE49-F238E27FC236}">
                <a16:creationId xmlns:a16="http://schemas.microsoft.com/office/drawing/2014/main" id="{D8F0A4F7-FDC7-40EF-F544-3893F8E1C2B0}"/>
              </a:ext>
            </a:extLst>
          </p:cNvPr>
          <p:cNvSpPr txBox="1"/>
          <p:nvPr/>
        </p:nvSpPr>
        <p:spPr>
          <a:xfrm>
            <a:off x="4540102" y="4828565"/>
            <a:ext cx="9207794" cy="1055032"/>
          </a:xfrm>
          <a:prstGeom prst="rect">
            <a:avLst/>
          </a:prstGeom>
          <a:noFill/>
          <a:effectLst>
            <a:outerShdw blurRad="50800" dist="38100" dir="2700000" algn="tl" rotWithShape="0">
              <a:prstClr val="black">
                <a:alpha val="40000"/>
              </a:prstClr>
            </a:outerShdw>
          </a:effectLst>
        </p:spPr>
        <p:txBody>
          <a:bodyPr wrap="square">
            <a:spAutoFit/>
          </a:bodyPr>
          <a:lstStyle/>
          <a:p>
            <a:pPr algn="ctr" rtl="1">
              <a:lnSpc>
                <a:spcPts val="5760"/>
              </a:lnSpc>
            </a:pPr>
            <a:r>
              <a:rPr lang="he-IL" sz="12000" b="1" dirty="0">
                <a:solidFill>
                  <a:srgbClr val="FFFFFF"/>
                </a:solidFill>
                <a:latin typeface="David Libre"/>
                <a:ea typeface="David Libre"/>
                <a:cs typeface="David Libre"/>
                <a:sym typeface="David Libre"/>
                <a:rtl/>
              </a:rPr>
              <a:t>שַׁבָּת שָׁלוֹם!</a:t>
            </a:r>
          </a:p>
        </p:txBody>
      </p:sp>
      <p:grpSp>
        <p:nvGrpSpPr>
          <p:cNvPr id="12" name="Group 5">
            <a:extLst>
              <a:ext uri="{FF2B5EF4-FFF2-40B4-BE49-F238E27FC236}">
                <a16:creationId xmlns:a16="http://schemas.microsoft.com/office/drawing/2014/main" id="{A80B6DE9-D90A-D53C-E5EC-38E899D25299}"/>
              </a:ext>
            </a:extLst>
          </p:cNvPr>
          <p:cNvGrpSpPr>
            <a:grpSpLocks noChangeAspect="1"/>
          </p:cNvGrpSpPr>
          <p:nvPr/>
        </p:nvGrpSpPr>
        <p:grpSpPr>
          <a:xfrm>
            <a:off x="14782800" y="6819900"/>
            <a:ext cx="3257550" cy="3257550"/>
            <a:chOff x="0" y="0"/>
            <a:chExt cx="3088640" cy="3088640"/>
          </a:xfrm>
        </p:grpSpPr>
        <p:sp>
          <p:nvSpPr>
            <p:cNvPr id="13" name="Freeform 6">
              <a:extLst>
                <a:ext uri="{FF2B5EF4-FFF2-40B4-BE49-F238E27FC236}">
                  <a16:creationId xmlns:a16="http://schemas.microsoft.com/office/drawing/2014/main" id="{BED64E8C-5964-5339-08D2-2C78A93FBCDC}"/>
                </a:ext>
              </a:extLst>
            </p:cNvPr>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4" name="TextBox 7">
            <a:extLst>
              <a:ext uri="{FF2B5EF4-FFF2-40B4-BE49-F238E27FC236}">
                <a16:creationId xmlns:a16="http://schemas.microsoft.com/office/drawing/2014/main" id="{A66D0AEF-A17F-9AF1-1A3E-5B8F010E4A65}"/>
              </a:ext>
            </a:extLst>
          </p:cNvPr>
          <p:cNvSpPr txBox="1"/>
          <p:nvPr/>
        </p:nvSpPr>
        <p:spPr>
          <a:xfrm>
            <a:off x="8534400" y="8838178"/>
            <a:ext cx="5899297" cy="1239272"/>
          </a:xfrm>
          <a:prstGeom prst="rect">
            <a:avLst/>
          </a:prstGeom>
        </p:spPr>
        <p:txBody>
          <a:bodyPr wrap="square" lIns="0" tIns="0" rIns="0" bIns="0" rtlCol="0" anchor="b">
            <a:spAutoFit/>
          </a:bodyPr>
          <a:lstStyle/>
          <a:p>
            <a:pPr algn="r">
              <a:lnSpc>
                <a:spcPts val="4829"/>
              </a:lnSpc>
            </a:pPr>
            <a:r>
              <a:rPr lang="en-US" sz="4024" dirty="0">
                <a:solidFill>
                  <a:schemeClr val="bg1"/>
                </a:solidFill>
                <a:latin typeface="Calibri (MS)"/>
                <a:ea typeface="Calibri (MS)"/>
                <a:cs typeface="Calibri (MS)"/>
                <a:sym typeface="Calibri (MS)"/>
              </a:rPr>
              <a:t>Learn the Davis Academy Shabbat prayers and songs!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path" presetSubtype="0" repeatCount="indefinite" fill="hold" nodeType="afterEffect">
                                  <p:stCondLst>
                                    <p:cond delay="0"/>
                                  </p:stCondLst>
                                  <p:childTnLst>
                                    <p:animMotion origin="layout" path="M 0 0 L 0.545745 0.773601 L 0.820000 0.384840 L 0.526563 -0.031111 L 0.000000 0.715300 L 0.041129 0.773601 L 0.608822 -0.031111 L 0.820000 0.268237 L 0.463486 0.773601 L 0.000000 0.116603 L 0.104206 -0.031111 L 0.671899 0.773601 L 0.820000 0.563665 L 0.400409 -0.031111 L 0.000000 0.536475 L 0.167283 0.773601 L 0.734975 -0.031111 L 0.820000 0.089412 L 0.337332 0.773601 L 0.000000 0.295428 L 0.230360 -0.031111 L 0.798052 0.773601 L 0.820000 0.742490 L 0.274255 -0.031111 L 0.000000 0.357650 L 0.293437 0.773601 L 0.820000 0.027190 L 0.778871 -0.031111 L 0.211178 0.773601 L 0.000000 0.474253 L 0.356514 -0.031111 L 0.820000 0.625887 L 0.715794 0.773601 L 0.148101 -0.031111 L 0.000000 0.178825 L 0.419591 0.773601 L 0.820000 0.206015 L 0.652717 -0.031111 L 0.085025 0.773601 L 0.000000 0.653078 L 0.482668 -0.031111 L 0.820000 0.447062 L 0.589640 0.773601 L 0.021948 -0.031111 L 0.000000 0.000000 E" pathEditMode="relative" rAng="0" ptsTypes="">
                                      <p:cBhvr>
                                        <p:cTn id="6" dur="524160" repeatCount="indefinite" fill="hold"/>
                                        <p:tgtEl>
                                          <p:spTgt spid="2"/>
                                        </p:tgtEl>
                                        <p:attrNameLst>
                                          <p:attrName>ppt_x</p:attrName>
                                          <p:attrName>ppt_y</p:attrName>
                                        </p:attrNameLst>
                                      </p:cBhvr>
                                      <p:rCtr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6462</TotalTime>
  <Words>2070</Words>
  <Application>Microsoft Macintosh PowerPoint</Application>
  <PresentationFormat>Custom</PresentationFormat>
  <Paragraphs>429</Paragraphs>
  <Slides>47</Slides>
  <Notes>7</Notes>
  <HiddenSlides>0</HiddenSlides>
  <MMClips>0</MMClips>
  <ScaleCrop>false</ScaleCrop>
  <HeadingPairs>
    <vt:vector size="6" baseType="variant">
      <vt:variant>
        <vt:lpstr>Fonts Used</vt:lpstr>
      </vt:variant>
      <vt:variant>
        <vt:i4>22</vt:i4>
      </vt:variant>
      <vt:variant>
        <vt:lpstr>Theme</vt:lpstr>
      </vt:variant>
      <vt:variant>
        <vt:i4>1</vt:i4>
      </vt:variant>
      <vt:variant>
        <vt:lpstr>Slide Titles</vt:lpstr>
      </vt:variant>
      <vt:variant>
        <vt:i4>47</vt:i4>
      </vt:variant>
    </vt:vector>
  </HeadingPairs>
  <TitlesOfParts>
    <vt:vector size="70" baseType="lpstr">
      <vt:lpstr>Calibri (MS) Italics</vt:lpstr>
      <vt:lpstr>Neoneon</vt:lpstr>
      <vt:lpstr>Gladiola</vt:lpstr>
      <vt:lpstr>Canva Sans Italics</vt:lpstr>
      <vt:lpstr>Avallon Caps</vt:lpstr>
      <vt:lpstr>David Libre</vt:lpstr>
      <vt:lpstr>Arimo Italics</vt:lpstr>
      <vt:lpstr>Canva Sans</vt:lpstr>
      <vt:lpstr>Calibri (MS) Bold</vt:lpstr>
      <vt:lpstr>Helvetica Italics</vt:lpstr>
      <vt:lpstr>TT Berlinerins</vt:lpstr>
      <vt:lpstr>Calibri (MS)</vt:lpstr>
      <vt:lpstr>Helvetica Bold</vt:lpstr>
      <vt:lpstr>FB FRealBelet</vt:lpstr>
      <vt:lpstr>Arial</vt:lpstr>
      <vt:lpstr>Bukhari Script</vt:lpstr>
      <vt:lpstr>Calibri</vt:lpstr>
      <vt:lpstr>Pinata Marks Rough Shadow</vt:lpstr>
      <vt:lpstr>Helvetica Bold Italics</vt:lpstr>
      <vt:lpstr>Times New Roman MT</vt:lpstr>
      <vt:lpstr>Helvetica</vt:lpstr>
      <vt:lpstr>TAN Headline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VT Template (in progress w Claude)</dc:title>
  <cp:lastModifiedBy>Rabbi Dan Medwin</cp:lastModifiedBy>
  <cp:revision>5</cp:revision>
  <dcterms:created xsi:type="dcterms:W3CDTF">2006-08-16T00:00:00Z</dcterms:created>
  <dcterms:modified xsi:type="dcterms:W3CDTF">2026-08-06T14:46:58Z</dcterms:modified>
  <dc:identifier>DAHN9QH9Lxk</dc:identifier>
</cp:coreProperties>
</file>
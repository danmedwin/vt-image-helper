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embeddedFontLst>
    <p:embeddedFont>
      <p:font typeface="Calibri (MS)" panose="020F0502020204030204" pitchFamily="34" charset="0"/>
      <p:regular r:id="rId32"/>
    </p:embeddedFont>
    <p:embeddedFont>
      <p:font typeface="Calibri (MS) Bold" panose="020F0702030404030204" pitchFamily="34" charset="0"/>
      <p:regular r:id="rId33"/>
      <p:bold r:id="rId34"/>
    </p:embeddedFont>
    <p:embeddedFont>
      <p:font typeface="Calibri (MS) Italics" panose="020F05020202040A0204" pitchFamily="34" charset="0"/>
      <p:regular r:id="rId35"/>
      <p:italic r:id="rId36"/>
    </p:embeddedFont>
    <p:embeddedFont>
      <p:font typeface="David Libre" pitchFamily="2" charset="-79"/>
      <p:regular r:id="rId37"/>
      <p:bold r:id="rId38"/>
    </p:embeddedFont>
    <p:embeddedFont>
      <p:font typeface="FB FRealBelet" panose="02020803050405020304" pitchFamily="18" charset="-79"/>
      <p:regular r:id="rId39"/>
      <p:bold r:id="rId40"/>
    </p:embeddedFont>
    <p:embeddedFont>
      <p:font typeface="Helvetica Bold" pitchFamily="2" charset="0"/>
      <p:italic r:id="rId41"/>
      <p:boldItalic r:id="rId42"/>
    </p:embeddedFont>
    <p:embeddedFont>
      <p:font typeface="MF David" panose="02040603050201020203" pitchFamily="18" charset="-79"/>
      <p:regular r:id="rId43"/>
      <p:bold r:id="rId44"/>
    </p:embeddedFont>
    <p:embeddedFont>
      <p:font typeface="Pinata Marks Rough Shadow" panose="02000506000000020003" pitchFamily="2" charset="77"/>
      <p:regular r:id="rId45"/>
    </p:embeddedFont>
    <p:embeddedFont>
      <p:font typeface="TAN Headline" pitchFamily="2" charset="0"/>
      <p:regular r:id="rId46"/>
    </p:embeddedFont>
    <p:embeddedFont>
      <p:font typeface="Times New Roman MT" panose="02030502070405020303" pitchFamily="18" charset="77"/>
      <p:regular r:id="rId47"/>
    </p:embeddedFont>
    <p:embeddedFont>
      <p:font typeface="TT Berlinerins" panose="02000506040000020004" pitchFamily="2" charset="77"/>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4593" autoAdjust="0"/>
  </p:normalViewPr>
  <p:slideViewPr>
    <p:cSldViewPr>
      <p:cViewPr varScale="1">
        <p:scale>
          <a:sx n="75" d="100"/>
          <a:sy n="75" d="100"/>
        </p:scale>
        <p:origin x="55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8C95"/>
        </a:solidFill>
        <a:effectLst/>
      </p:bgPr>
    </p:bg>
    <p:spTree>
      <p:nvGrpSpPr>
        <p:cNvPr id="1" name=""/>
        <p:cNvGrpSpPr/>
        <p:nvPr/>
      </p:nvGrpSpPr>
      <p:grpSpPr>
        <a:xfrm>
          <a:off x="0" y="0"/>
          <a:ext cx="0" cy="0"/>
          <a:chOff x="0" y="0"/>
          <a:chExt cx="0" cy="0"/>
        </a:xfrm>
      </p:grpSpPr>
      <p:sp>
        <p:nvSpPr>
          <p:cNvPr id="2" name="TextBox 2"/>
          <p:cNvSpPr txBox="1"/>
          <p:nvPr/>
        </p:nvSpPr>
        <p:spPr>
          <a:xfrm>
            <a:off x="419937" y="5640343"/>
            <a:ext cx="4668663" cy="4247630"/>
          </a:xfrm>
          <a:prstGeom prst="rect">
            <a:avLst/>
          </a:prstGeom>
        </p:spPr>
        <p:txBody>
          <a:bodyPr lIns="0" tIns="0" rIns="0" bIns="0" rtlCol="0" anchor="t">
            <a:spAutoFit/>
          </a:bodyPr>
          <a:lstStyle/>
          <a:p>
            <a:pPr algn="l">
              <a:lnSpc>
                <a:spcPts val="7924"/>
              </a:lnSpc>
            </a:pPr>
            <a:r>
              <a:rPr lang="en-US" sz="8152" b="1">
                <a:solidFill>
                  <a:srgbClr val="2F5597"/>
                </a:solidFill>
                <a:latin typeface="Calibri (MS) Bold"/>
                <a:ea typeface="Calibri (MS) Bold"/>
                <a:cs typeface="Calibri (MS) Bold"/>
                <a:sym typeface="Calibri (MS) Bold"/>
              </a:rPr>
              <a:t>L</a:t>
            </a:r>
            <a:r>
              <a:rPr lang="en-US" sz="8152" b="1">
                <a:solidFill>
                  <a:srgbClr val="FFFFFF"/>
                </a:solidFill>
                <a:latin typeface="Calibri (MS) Bold"/>
                <a:ea typeface="Calibri (MS) Bold"/>
                <a:cs typeface="Calibri (MS) Bold"/>
                <a:sym typeface="Calibri (MS) Bold"/>
              </a:rPr>
              <a:t>iving</a:t>
            </a:r>
            <a:r>
              <a:rPr lang="en-US" sz="8152" b="1">
                <a:solidFill>
                  <a:srgbClr val="2F5597"/>
                </a:solidFill>
                <a:latin typeface="Calibri (MS) Bold"/>
                <a:ea typeface="Calibri (MS) Bold"/>
                <a:cs typeface="Calibri (MS) Bold"/>
                <a:sym typeface="Calibri (MS) Bold"/>
              </a:rPr>
              <a:t> </a:t>
            </a:r>
          </a:p>
          <a:p>
            <a:pPr algn="l">
              <a:lnSpc>
                <a:spcPts val="7924"/>
              </a:lnSpc>
            </a:pPr>
            <a:r>
              <a:rPr lang="en-US" sz="8152" b="1">
                <a:solidFill>
                  <a:srgbClr val="2F5597"/>
                </a:solidFill>
                <a:latin typeface="Calibri (MS) Bold"/>
                <a:ea typeface="Calibri (MS) Bold"/>
                <a:cs typeface="Calibri (MS) Bold"/>
                <a:sym typeface="Calibri (MS) Bold"/>
              </a:rPr>
              <a:t>O</a:t>
            </a:r>
            <a:r>
              <a:rPr lang="en-US" sz="8152" b="1">
                <a:solidFill>
                  <a:srgbClr val="FFFFFF"/>
                </a:solidFill>
                <a:latin typeface="Calibri (MS) Bold"/>
                <a:ea typeface="Calibri (MS) Bold"/>
                <a:cs typeface="Calibri (MS) Bold"/>
                <a:sym typeface="Calibri (MS) Bold"/>
              </a:rPr>
              <a:t>ur</a:t>
            </a:r>
            <a:r>
              <a:rPr lang="en-US" sz="8152" b="1">
                <a:solidFill>
                  <a:srgbClr val="2F5597"/>
                </a:solidFill>
                <a:latin typeface="Calibri (MS) Bold"/>
                <a:ea typeface="Calibri (MS) Bold"/>
                <a:cs typeface="Calibri (MS) Bold"/>
                <a:sym typeface="Calibri (MS) Bold"/>
              </a:rPr>
              <a:t> </a:t>
            </a:r>
          </a:p>
          <a:p>
            <a:pPr algn="l">
              <a:lnSpc>
                <a:spcPts val="7924"/>
              </a:lnSpc>
            </a:pPr>
            <a:r>
              <a:rPr lang="en-US" sz="8152" b="1">
                <a:solidFill>
                  <a:srgbClr val="2F5597"/>
                </a:solidFill>
                <a:latin typeface="Calibri (MS) Bold"/>
                <a:ea typeface="Calibri (MS) Bold"/>
                <a:cs typeface="Calibri (MS) Bold"/>
                <a:sym typeface="Calibri (MS) Bold"/>
              </a:rPr>
              <a:t>V</a:t>
            </a:r>
            <a:r>
              <a:rPr lang="en-US" sz="8152" b="1">
                <a:solidFill>
                  <a:srgbClr val="FFFFFF"/>
                </a:solidFill>
                <a:latin typeface="Calibri (MS) Bold"/>
                <a:ea typeface="Calibri (MS) Bold"/>
                <a:cs typeface="Calibri (MS) Bold"/>
                <a:sym typeface="Calibri (MS) Bold"/>
              </a:rPr>
              <a:t>alues </a:t>
            </a:r>
          </a:p>
          <a:p>
            <a:pPr algn="l">
              <a:lnSpc>
                <a:spcPts val="7924"/>
              </a:lnSpc>
            </a:pPr>
            <a:r>
              <a:rPr lang="en-US" sz="8152" b="1">
                <a:solidFill>
                  <a:srgbClr val="2F5597"/>
                </a:solidFill>
                <a:latin typeface="Calibri (MS) Bold"/>
                <a:ea typeface="Calibri (MS) Bold"/>
                <a:cs typeface="Calibri (MS) Bold"/>
                <a:sym typeface="Calibri (MS) Bold"/>
              </a:rPr>
              <a:t>E</a:t>
            </a:r>
            <a:r>
              <a:rPr lang="en-US" sz="8152" b="1">
                <a:solidFill>
                  <a:srgbClr val="FFFFFF"/>
                </a:solidFill>
                <a:latin typeface="Calibri (MS) Bold"/>
                <a:ea typeface="Calibri (MS) Bold"/>
                <a:cs typeface="Calibri (MS) Bold"/>
                <a:sym typeface="Calibri (MS) Bold"/>
              </a:rPr>
              <a:t>veryday</a:t>
            </a:r>
          </a:p>
        </p:txBody>
      </p:sp>
      <p:grpSp>
        <p:nvGrpSpPr>
          <p:cNvPr id="3" name="Group 3"/>
          <p:cNvGrpSpPr>
            <a:grpSpLocks noChangeAspect="1"/>
          </p:cNvGrpSpPr>
          <p:nvPr/>
        </p:nvGrpSpPr>
        <p:grpSpPr>
          <a:xfrm>
            <a:off x="319411" y="256349"/>
            <a:ext cx="3657600" cy="3657600"/>
            <a:chOff x="0" y="0"/>
            <a:chExt cx="3467947" cy="3467947"/>
          </a:xfrm>
        </p:grpSpPr>
        <p:sp>
          <p:nvSpPr>
            <p:cNvPr id="4" name="Freeform 4"/>
            <p:cNvSpPr/>
            <p:nvPr/>
          </p:nvSpPr>
          <p:spPr>
            <a:xfrm>
              <a:off x="0" y="0"/>
              <a:ext cx="3467989" cy="3467989"/>
            </a:xfrm>
            <a:custGeom>
              <a:avLst/>
              <a:gdLst/>
              <a:ahLst/>
              <a:cxnLst/>
              <a:rect l="l" t="t" r="r" b="b"/>
              <a:pathLst>
                <a:path w="3467989" h="3467989">
                  <a:moveTo>
                    <a:pt x="0" y="0"/>
                  </a:moveTo>
                  <a:lnTo>
                    <a:pt x="3467989" y="0"/>
                  </a:lnTo>
                  <a:lnTo>
                    <a:pt x="3467989" y="3467989"/>
                  </a:lnTo>
                  <a:lnTo>
                    <a:pt x="0" y="3467989"/>
                  </a:lnTo>
                  <a:lnTo>
                    <a:pt x="0" y="0"/>
                  </a:lnTo>
                  <a:close/>
                </a:path>
              </a:pathLst>
            </a:custGeom>
            <a:blipFill>
              <a:blip r:embed="rId2"/>
              <a:stretch>
                <a:fillRect r="1" b="1"/>
              </a:stretch>
            </a:blipFill>
          </p:spPr>
          <p:txBody>
            <a:bodyPr/>
            <a:lstStyle/>
            <a:p>
              <a:endParaRPr lang="en-US"/>
            </a:p>
          </p:txBody>
        </p:sp>
      </p:grpSp>
      <p:grpSp>
        <p:nvGrpSpPr>
          <p:cNvPr id="5" name="Group 5"/>
          <p:cNvGrpSpPr>
            <a:grpSpLocks noChangeAspect="1"/>
          </p:cNvGrpSpPr>
          <p:nvPr/>
        </p:nvGrpSpPr>
        <p:grpSpPr>
          <a:xfrm>
            <a:off x="14543303" y="6630422"/>
            <a:ext cx="3257550" cy="3257550"/>
            <a:chOff x="0" y="0"/>
            <a:chExt cx="3088640" cy="3088640"/>
          </a:xfrm>
        </p:grpSpPr>
        <p:sp>
          <p:nvSpPr>
            <p:cNvPr id="6" name="Freeform 6"/>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7" name="TextBox 7"/>
          <p:cNvSpPr txBox="1"/>
          <p:nvPr/>
        </p:nvSpPr>
        <p:spPr>
          <a:xfrm>
            <a:off x="6061024" y="8014851"/>
            <a:ext cx="8327215" cy="1873122"/>
          </a:xfrm>
          <a:prstGeom prst="rect">
            <a:avLst/>
          </a:prstGeom>
        </p:spPr>
        <p:txBody>
          <a:bodyPr lIns="0" tIns="0" rIns="0" bIns="0" rtlCol="0" anchor="t">
            <a:spAutoFit/>
          </a:bodyPr>
          <a:lstStyle/>
          <a:p>
            <a:pPr algn="ctr">
              <a:lnSpc>
                <a:spcPts val="4829"/>
              </a:lnSpc>
            </a:pPr>
            <a:r>
              <a:rPr lang="en-US" sz="4024">
                <a:solidFill>
                  <a:srgbClr val="000000"/>
                </a:solidFill>
                <a:latin typeface="Calibri (MS)"/>
                <a:ea typeface="Calibri (MS)"/>
                <a:cs typeface="Calibri (MS)"/>
                <a:sym typeface="Calibri (MS)"/>
              </a:rPr>
              <a:t>Learn our Shabbat prayers and songs!</a:t>
            </a:r>
          </a:p>
          <a:p>
            <a:pPr algn="ctr">
              <a:lnSpc>
                <a:spcPts val="4829"/>
              </a:lnSpc>
            </a:pPr>
            <a:r>
              <a:rPr lang="en-US" sz="4024">
                <a:solidFill>
                  <a:srgbClr val="000000"/>
                </a:solidFill>
                <a:latin typeface="Calibri (MS)"/>
                <a:ea typeface="Calibri (MS)"/>
                <a:cs typeface="Calibri (MS)"/>
                <a:sym typeface="Calibri (MS)"/>
              </a:rPr>
              <a:t> The Davis Academy Shabbat and Jewish Music Playlist! </a:t>
            </a:r>
          </a:p>
        </p:txBody>
      </p:sp>
      <p:sp>
        <p:nvSpPr>
          <p:cNvPr id="8" name="TextBox 8"/>
          <p:cNvSpPr txBox="1"/>
          <p:nvPr/>
        </p:nvSpPr>
        <p:spPr>
          <a:xfrm>
            <a:off x="5088600" y="1263603"/>
            <a:ext cx="9104598" cy="4811586"/>
          </a:xfrm>
          <a:prstGeom prst="rect">
            <a:avLst/>
          </a:prstGeom>
        </p:spPr>
        <p:txBody>
          <a:bodyPr lIns="0" tIns="0" rIns="0" bIns="0" rtlCol="0" anchor="t">
            <a:spAutoFit/>
          </a:bodyPr>
          <a:lstStyle/>
          <a:p>
            <a:pPr algn="ctr">
              <a:lnSpc>
                <a:spcPts val="18153"/>
              </a:lnSpc>
            </a:pPr>
            <a:r>
              <a:rPr lang="en-US" sz="20628">
                <a:solidFill>
                  <a:srgbClr val="FFFFFF"/>
                </a:solidFill>
                <a:latin typeface="TT Berlinerins"/>
                <a:ea typeface="TT Berlinerins"/>
                <a:cs typeface="TT Berlinerins"/>
                <a:sym typeface="TT Berlinerins"/>
              </a:rPr>
              <a:t>Shabbat</a:t>
            </a:r>
          </a:p>
          <a:p>
            <a:pPr algn="ctr">
              <a:lnSpc>
                <a:spcPts val="18153"/>
              </a:lnSpc>
            </a:pPr>
            <a:r>
              <a:rPr lang="en-US" sz="20628">
                <a:solidFill>
                  <a:srgbClr val="FFFFFF"/>
                </a:solidFill>
                <a:latin typeface="TT Berlinerins"/>
                <a:ea typeface="TT Berlinerins"/>
                <a:cs typeface="TT Berlinerins"/>
                <a:sym typeface="TT Berlinerins"/>
              </a:rPr>
              <a:t>Shalom!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003"/>
            <a:ext cx="18288000" cy="689318"/>
            <a:chOff x="0" y="0"/>
            <a:chExt cx="17339733" cy="653576"/>
          </a:xfrm>
        </p:grpSpPr>
        <p:sp>
          <p:nvSpPr>
            <p:cNvPr id="3" name="Freeform 3"/>
            <p:cNvSpPr/>
            <p:nvPr/>
          </p:nvSpPr>
          <p:spPr>
            <a:xfrm>
              <a:off x="2200" y="1651"/>
              <a:ext cx="17335500" cy="650367"/>
            </a:xfrm>
            <a:custGeom>
              <a:avLst/>
              <a:gdLst/>
              <a:ahLst/>
              <a:cxnLst/>
              <a:rect l="l" t="t" r="r" b="b"/>
              <a:pathLst>
                <a:path w="17335500" h="650367">
                  <a:moveTo>
                    <a:pt x="0" y="0"/>
                  </a:moveTo>
                  <a:lnTo>
                    <a:pt x="17335500" y="0"/>
                  </a:lnTo>
                  <a:lnTo>
                    <a:pt x="17335500" y="650367"/>
                  </a:lnTo>
                  <a:lnTo>
                    <a:pt x="0" y="650367"/>
                  </a:lnTo>
                  <a:close/>
                </a:path>
              </a:pathLst>
            </a:custGeom>
            <a:solidFill>
              <a:srgbClr val="008C95"/>
            </a:solidFill>
          </p:spPr>
          <p:txBody>
            <a:bodyPr/>
            <a:lstStyle/>
            <a:p>
              <a:endParaRPr lang="en-US"/>
            </a:p>
          </p:txBody>
        </p:sp>
      </p:grpSp>
      <p:grpSp>
        <p:nvGrpSpPr>
          <p:cNvPr id="4" name="Group 4"/>
          <p:cNvGrpSpPr>
            <a:grpSpLocks noChangeAspect="1"/>
          </p:cNvGrpSpPr>
          <p:nvPr/>
        </p:nvGrpSpPr>
        <p:grpSpPr>
          <a:xfrm rot="-10800000">
            <a:off x="8035497" y="4220138"/>
            <a:ext cx="2258761" cy="2639395"/>
            <a:chOff x="0" y="0"/>
            <a:chExt cx="1835815" cy="2145177"/>
          </a:xfrm>
        </p:grpSpPr>
        <p:sp>
          <p:nvSpPr>
            <p:cNvPr id="5" name="Freeform 5"/>
            <p:cNvSpPr/>
            <p:nvPr/>
          </p:nvSpPr>
          <p:spPr>
            <a:xfrm flipH="1">
              <a:off x="0" y="0"/>
              <a:ext cx="1835785" cy="2145157"/>
            </a:xfrm>
            <a:custGeom>
              <a:avLst/>
              <a:gdLst/>
              <a:ahLst/>
              <a:cxnLst/>
              <a:rect l="l" t="t" r="r" b="b"/>
              <a:pathLst>
                <a:path w="1835785" h="2145157">
                  <a:moveTo>
                    <a:pt x="1835785" y="0"/>
                  </a:moveTo>
                  <a:lnTo>
                    <a:pt x="0" y="0"/>
                  </a:lnTo>
                  <a:lnTo>
                    <a:pt x="0" y="2145157"/>
                  </a:lnTo>
                  <a:lnTo>
                    <a:pt x="1835785" y="2145157"/>
                  </a:lnTo>
                  <a:lnTo>
                    <a:pt x="1835785" y="0"/>
                  </a:lnTo>
                  <a:close/>
                </a:path>
              </a:pathLst>
            </a:custGeom>
            <a:blipFill>
              <a:blip r:embed="rId2"/>
              <a:stretch>
                <a:fillRect l="-128040" t="-71755" r="-128042" b="-187740"/>
              </a:stretch>
            </a:blipFill>
          </p:spPr>
          <p:txBody>
            <a:bodyPr/>
            <a:lstStyle/>
            <a:p>
              <a:endParaRPr lang="en-US"/>
            </a:p>
          </p:txBody>
        </p:sp>
      </p:grpSp>
      <p:sp>
        <p:nvSpPr>
          <p:cNvPr id="6" name="Freeform 6"/>
          <p:cNvSpPr/>
          <p:nvPr/>
        </p:nvSpPr>
        <p:spPr>
          <a:xfrm>
            <a:off x="177783" y="687315"/>
            <a:ext cx="17907435" cy="3133801"/>
          </a:xfrm>
          <a:custGeom>
            <a:avLst/>
            <a:gdLst/>
            <a:ahLst/>
            <a:cxnLst/>
            <a:rect l="l" t="t" r="r" b="b"/>
            <a:pathLst>
              <a:path w="17907435" h="3133801">
                <a:moveTo>
                  <a:pt x="0" y="0"/>
                </a:moveTo>
                <a:lnTo>
                  <a:pt x="17907435" y="0"/>
                </a:lnTo>
                <a:lnTo>
                  <a:pt x="17907435" y="3133801"/>
                </a:lnTo>
                <a:lnTo>
                  <a:pt x="0" y="3133801"/>
                </a:lnTo>
                <a:lnTo>
                  <a:pt x="0" y="0"/>
                </a:lnTo>
                <a:close/>
              </a:path>
            </a:pathLst>
          </a:custGeom>
          <a:blipFill>
            <a:blip r:embed="rId3"/>
            <a:stretch>
              <a:fillRect/>
            </a:stretch>
          </a:blipFill>
        </p:spPr>
        <p:txBody>
          <a:bodyPr/>
          <a:lstStyle/>
          <a:p>
            <a:endParaRPr lang="en-US"/>
          </a:p>
        </p:txBody>
      </p:sp>
      <p:sp>
        <p:nvSpPr>
          <p:cNvPr id="7" name="Freeform 7"/>
          <p:cNvSpPr/>
          <p:nvPr/>
        </p:nvSpPr>
        <p:spPr>
          <a:xfrm flipV="1">
            <a:off x="211160" y="7121601"/>
            <a:ext cx="17907435" cy="3133801"/>
          </a:xfrm>
          <a:custGeom>
            <a:avLst/>
            <a:gdLst/>
            <a:ahLst/>
            <a:cxnLst/>
            <a:rect l="l" t="t" r="r" b="b"/>
            <a:pathLst>
              <a:path w="17907435" h="3133801">
                <a:moveTo>
                  <a:pt x="0" y="3133801"/>
                </a:moveTo>
                <a:lnTo>
                  <a:pt x="17907435" y="3133801"/>
                </a:lnTo>
                <a:lnTo>
                  <a:pt x="17907435" y="0"/>
                </a:lnTo>
                <a:lnTo>
                  <a:pt x="0" y="0"/>
                </a:lnTo>
                <a:lnTo>
                  <a:pt x="0" y="3133801"/>
                </a:lnTo>
                <a:close/>
              </a:path>
            </a:pathLst>
          </a:custGeom>
          <a:blipFill>
            <a:blip r:embed="rId3"/>
            <a:stretch>
              <a:fillRect/>
            </a:stretch>
          </a:blipFill>
        </p:spPr>
        <p:txBody>
          <a:bodyPr/>
          <a:lstStyle/>
          <a:p>
            <a:endParaRPr lang="en-US"/>
          </a:p>
        </p:txBody>
      </p:sp>
      <p:sp>
        <p:nvSpPr>
          <p:cNvPr id="8" name="TextBox 8"/>
          <p:cNvSpPr txBox="1"/>
          <p:nvPr/>
        </p:nvSpPr>
        <p:spPr>
          <a:xfrm>
            <a:off x="817917" y="1125466"/>
            <a:ext cx="7109635" cy="6017895"/>
          </a:xfrm>
          <a:prstGeom prst="rect">
            <a:avLst/>
          </a:prstGeom>
        </p:spPr>
        <p:txBody>
          <a:bodyPr lIns="0" tIns="0" rIns="0" bIns="0" rtlCol="0" anchor="t">
            <a:spAutoFit/>
          </a:bodyPr>
          <a:lstStyle/>
          <a:p>
            <a:pPr algn="l">
              <a:lnSpc>
                <a:spcPts val="5760"/>
              </a:lnSpc>
            </a:pPr>
            <a:r>
              <a:rPr lang="en-US" sz="3600" i="1">
                <a:solidFill>
                  <a:srgbClr val="FFFFFF"/>
                </a:solidFill>
                <a:latin typeface="Helvetica Italics"/>
                <a:ea typeface="Helvetica Italics"/>
                <a:cs typeface="Helvetica Italics"/>
                <a:sym typeface="Helvetica Italics"/>
              </a:rPr>
              <a:t>Kol od baleivav p’nimah</a:t>
            </a:r>
          </a:p>
          <a:p>
            <a:pPr algn="l">
              <a:lnSpc>
                <a:spcPts val="5760"/>
              </a:lnSpc>
            </a:pPr>
            <a:r>
              <a:rPr lang="en-US" sz="3600" i="1">
                <a:solidFill>
                  <a:srgbClr val="FFFFFF"/>
                </a:solidFill>
                <a:latin typeface="Helvetica Italics"/>
                <a:ea typeface="Helvetica Italics"/>
                <a:cs typeface="Helvetica Italics"/>
                <a:sym typeface="Helvetica Italics"/>
              </a:rPr>
              <a:t>nefesh Y’hudi homiyah</a:t>
            </a:r>
          </a:p>
          <a:p>
            <a:pPr algn="l">
              <a:lnSpc>
                <a:spcPts val="5760"/>
              </a:lnSpc>
            </a:pPr>
            <a:r>
              <a:rPr lang="en-US" sz="3600" i="1">
                <a:solidFill>
                  <a:srgbClr val="FFFFFF"/>
                </a:solidFill>
                <a:latin typeface="Helvetica Italics"/>
                <a:ea typeface="Helvetica Italics"/>
                <a:cs typeface="Helvetica Italics"/>
                <a:sym typeface="Helvetica Italics"/>
              </a:rPr>
              <a:t>ul’faatei mizrach kadimah</a:t>
            </a:r>
          </a:p>
          <a:p>
            <a:pPr algn="l">
              <a:lnSpc>
                <a:spcPts val="1920"/>
              </a:lnSpc>
            </a:pPr>
            <a:endParaRPr lang="en-US" sz="3600" i="1">
              <a:solidFill>
                <a:srgbClr val="FFFFFF"/>
              </a:solidFill>
              <a:latin typeface="Helvetica Italics"/>
              <a:ea typeface="Helvetica Italics"/>
              <a:cs typeface="Helvetica Italics"/>
              <a:sym typeface="Helvetica Italics"/>
            </a:endParaRPr>
          </a:p>
          <a:p>
            <a:pPr algn="l">
              <a:lnSpc>
                <a:spcPts val="5760"/>
              </a:lnSpc>
            </a:pPr>
            <a:r>
              <a:rPr lang="en-US" sz="3600" i="1">
                <a:solidFill>
                  <a:srgbClr val="003979"/>
                </a:solidFill>
                <a:latin typeface="Helvetica Italics"/>
                <a:ea typeface="Helvetica Italics"/>
                <a:cs typeface="Helvetica Italics"/>
                <a:sym typeface="Helvetica Italics"/>
              </a:rPr>
              <a:t>ayin l’Tziyon tzofiyah.</a:t>
            </a:r>
          </a:p>
          <a:p>
            <a:pPr algn="l">
              <a:lnSpc>
                <a:spcPts val="5760"/>
              </a:lnSpc>
            </a:pPr>
            <a:r>
              <a:rPr lang="en-US" sz="3600" i="1">
                <a:solidFill>
                  <a:srgbClr val="003979"/>
                </a:solidFill>
                <a:latin typeface="Helvetica Italics"/>
                <a:ea typeface="Helvetica Italics"/>
                <a:cs typeface="Helvetica Italics"/>
                <a:sym typeface="Helvetica Italics"/>
              </a:rPr>
              <a:t>Od lo av’dah tikvateinu</a:t>
            </a:r>
          </a:p>
          <a:p>
            <a:pPr algn="l">
              <a:lnSpc>
                <a:spcPts val="5760"/>
              </a:lnSpc>
            </a:pPr>
            <a:r>
              <a:rPr lang="en-US" sz="3600" i="1">
                <a:solidFill>
                  <a:srgbClr val="003979"/>
                </a:solidFill>
                <a:latin typeface="Helvetica Italics"/>
                <a:ea typeface="Helvetica Italics"/>
                <a:cs typeface="Helvetica Italics"/>
                <a:sym typeface="Helvetica Italics"/>
              </a:rPr>
              <a:t>hatikvah bat sh’not alpayim</a:t>
            </a:r>
          </a:p>
          <a:p>
            <a:pPr algn="l">
              <a:lnSpc>
                <a:spcPts val="5760"/>
              </a:lnSpc>
            </a:pPr>
            <a:r>
              <a:rPr lang="en-US" sz="3600" i="1">
                <a:solidFill>
                  <a:srgbClr val="003979"/>
                </a:solidFill>
                <a:latin typeface="Helvetica Italics"/>
                <a:ea typeface="Helvetica Italics"/>
                <a:cs typeface="Helvetica Italics"/>
                <a:sym typeface="Helvetica Italics"/>
              </a:rPr>
              <a:t>lih’yot am chofshi b’artzeinu</a:t>
            </a:r>
          </a:p>
          <a:p>
            <a:pPr algn="l">
              <a:lnSpc>
                <a:spcPts val="5760"/>
              </a:lnSpc>
            </a:pPr>
            <a:r>
              <a:rPr lang="en-US" sz="3600" i="1">
                <a:solidFill>
                  <a:srgbClr val="003979"/>
                </a:solidFill>
                <a:latin typeface="Helvetica Italics"/>
                <a:ea typeface="Helvetica Italics"/>
                <a:cs typeface="Helvetica Italics"/>
                <a:sym typeface="Helvetica Italics"/>
              </a:rPr>
              <a:t>eretz Tziyon virushalayim.</a:t>
            </a:r>
          </a:p>
        </p:txBody>
      </p:sp>
      <p:sp>
        <p:nvSpPr>
          <p:cNvPr id="9" name="TextBox 9"/>
          <p:cNvSpPr txBox="1"/>
          <p:nvPr/>
        </p:nvSpPr>
        <p:spPr>
          <a:xfrm>
            <a:off x="10149665" y="1258816"/>
            <a:ext cx="7109635" cy="7305675"/>
          </a:xfrm>
          <a:prstGeom prst="rect">
            <a:avLst/>
          </a:prstGeom>
        </p:spPr>
        <p:txBody>
          <a:bodyPr lIns="0" tIns="0" rIns="0" bIns="0" rtlCol="0" anchor="t">
            <a:spAutoFit/>
          </a:bodyPr>
          <a:lstStyle/>
          <a:p>
            <a:pPr algn="r" rtl="1">
              <a:lnSpc>
                <a:spcPts val="5624"/>
              </a:lnSpc>
            </a:pPr>
            <a:r>
              <a:rPr lang="he-IL" sz="4499" dirty="0">
                <a:solidFill>
                  <a:srgbClr val="FFFFFF"/>
                </a:solidFill>
                <a:latin typeface="David Libre"/>
                <a:ea typeface="David Libre"/>
                <a:cs typeface="David Libre"/>
                <a:sym typeface="David Libre"/>
                <a:rtl/>
              </a:rPr>
              <a:t>כֹּל עוֹד בַּלֵּבָב פְּנִימָה </a:t>
            </a:r>
          </a:p>
          <a:p>
            <a:pPr algn="r" rtl="1">
              <a:lnSpc>
                <a:spcPts val="5624"/>
              </a:lnSpc>
            </a:pPr>
            <a:r>
              <a:rPr lang="he-IL" sz="4499" dirty="0">
                <a:solidFill>
                  <a:srgbClr val="FFFFFF"/>
                </a:solidFill>
                <a:latin typeface="David Libre"/>
                <a:ea typeface="David Libre"/>
                <a:cs typeface="David Libre"/>
                <a:sym typeface="David Libre"/>
                <a:rtl/>
              </a:rPr>
              <a:t>נֶפֶשׁ יְהוּדִי </a:t>
            </a:r>
            <a:r>
              <a:rPr lang="he-IL" sz="4499" dirty="0" err="1">
                <a:solidFill>
                  <a:srgbClr val="FFFFFF"/>
                </a:solidFill>
                <a:latin typeface="David Libre"/>
                <a:ea typeface="David Libre"/>
                <a:cs typeface="David Libre"/>
                <a:sym typeface="David Libre"/>
                <a:rtl/>
              </a:rPr>
              <a:t>הוֹמִיָּה</a:t>
            </a:r>
            <a:r>
              <a:rPr lang="he-IL" sz="4499" dirty="0">
                <a:solidFill>
                  <a:srgbClr val="FFFFFF"/>
                </a:solidFill>
                <a:latin typeface="David Libre"/>
                <a:ea typeface="David Libre"/>
                <a:cs typeface="David Libre"/>
                <a:sym typeface="David Libre"/>
                <a:rtl/>
              </a:rPr>
              <a:t>, </a:t>
            </a:r>
          </a:p>
          <a:p>
            <a:pPr algn="r" rtl="1">
              <a:lnSpc>
                <a:spcPts val="5624"/>
              </a:lnSpc>
            </a:pPr>
            <a:r>
              <a:rPr lang="he-IL" sz="4499" dirty="0">
                <a:solidFill>
                  <a:srgbClr val="FFFFFF"/>
                </a:solidFill>
                <a:latin typeface="David Libre"/>
                <a:ea typeface="David Libre"/>
                <a:cs typeface="David Libre"/>
                <a:sym typeface="David Libre"/>
                <a:rtl/>
              </a:rPr>
              <a:t>וּלְפַאֲתֵי מִזְרָח, קָדִימָה,</a:t>
            </a:r>
          </a:p>
          <a:p>
            <a:pPr algn="r" rtl="1">
              <a:lnSpc>
                <a:spcPts val="2000"/>
              </a:lnSpc>
            </a:pPr>
            <a:r>
              <a:rPr lang="ar-EG" sz="1600" dirty="0">
                <a:solidFill>
                  <a:srgbClr val="FFFFFF"/>
                </a:solidFill>
                <a:latin typeface="David Libre"/>
                <a:ea typeface="David Libre"/>
                <a:cs typeface="David Libre"/>
                <a:sym typeface="David Libre"/>
                <a:rtl/>
              </a:rPr>
              <a:t> </a:t>
            </a:r>
          </a:p>
          <a:p>
            <a:pPr algn="r" rtl="1">
              <a:lnSpc>
                <a:spcPts val="5624"/>
              </a:lnSpc>
            </a:pPr>
            <a:r>
              <a:rPr lang="he-IL" sz="4499" dirty="0">
                <a:solidFill>
                  <a:srgbClr val="2F5597"/>
                </a:solidFill>
                <a:latin typeface="David Libre"/>
                <a:ea typeface="David Libre"/>
                <a:cs typeface="David Libre"/>
                <a:sym typeface="David Libre"/>
                <a:rtl/>
              </a:rPr>
              <a:t>עַיִן לְצִיּוֹן צוֹפִיָּה,</a:t>
            </a:r>
          </a:p>
          <a:p>
            <a:pPr algn="r" rtl="1">
              <a:lnSpc>
                <a:spcPts val="5624"/>
              </a:lnSpc>
            </a:pPr>
            <a:r>
              <a:rPr lang="he-IL" sz="4499" dirty="0">
                <a:solidFill>
                  <a:srgbClr val="2F5597"/>
                </a:solidFill>
                <a:latin typeface="David Libre"/>
                <a:ea typeface="David Libre"/>
                <a:cs typeface="David Libre"/>
                <a:sym typeface="David Libre"/>
                <a:rtl/>
              </a:rPr>
              <a:t>עוֹד לֹא אָבְדָה </a:t>
            </a:r>
            <a:r>
              <a:rPr lang="he-IL" sz="4499" dirty="0" err="1">
                <a:solidFill>
                  <a:srgbClr val="2F5597"/>
                </a:solidFill>
                <a:latin typeface="David Libre"/>
                <a:ea typeface="David Libre"/>
                <a:cs typeface="David Libre"/>
                <a:sym typeface="David Libre"/>
                <a:rtl/>
              </a:rPr>
              <a:t>תִּקְוָתֵנו</a:t>
            </a:r>
            <a:r>
              <a:rPr lang="he-IL" sz="4499" dirty="0">
                <a:solidFill>
                  <a:srgbClr val="2F5597"/>
                </a:solidFill>
                <a:latin typeface="David Libre"/>
                <a:ea typeface="David Libre"/>
                <a:cs typeface="David Libre"/>
                <a:sym typeface="David Libre"/>
                <a:rtl/>
              </a:rPr>
              <a:t>ּ, </a:t>
            </a:r>
          </a:p>
          <a:p>
            <a:pPr algn="r" rtl="1">
              <a:lnSpc>
                <a:spcPts val="5624"/>
              </a:lnSpc>
            </a:pPr>
            <a:r>
              <a:rPr lang="he-IL" sz="4499" dirty="0" err="1">
                <a:solidFill>
                  <a:srgbClr val="2F5597"/>
                </a:solidFill>
                <a:latin typeface="David Libre"/>
                <a:ea typeface="David Libre"/>
                <a:cs typeface="David Libre"/>
                <a:sym typeface="David Libre"/>
                <a:rtl/>
              </a:rPr>
              <a:t>הַתִּקְוָה</a:t>
            </a:r>
            <a:r>
              <a:rPr lang="he-IL" sz="4499" dirty="0">
                <a:solidFill>
                  <a:srgbClr val="2F5597"/>
                </a:solidFill>
                <a:latin typeface="David Libre"/>
                <a:ea typeface="David Libre"/>
                <a:cs typeface="David Libre"/>
                <a:sym typeface="David Libre"/>
                <a:rtl/>
              </a:rPr>
              <a:t> בַּת שְׁנוֹת אַלְפַּיִם, </a:t>
            </a:r>
          </a:p>
          <a:p>
            <a:pPr algn="r" rtl="1">
              <a:lnSpc>
                <a:spcPts val="5624"/>
              </a:lnSpc>
            </a:pPr>
            <a:r>
              <a:rPr lang="he-IL" sz="4499" dirty="0">
                <a:solidFill>
                  <a:srgbClr val="2F5597"/>
                </a:solidFill>
                <a:latin typeface="David Libre"/>
                <a:ea typeface="David Libre"/>
                <a:cs typeface="David Libre"/>
                <a:sym typeface="David Libre"/>
                <a:rtl/>
              </a:rPr>
              <a:t>לִהְיוֹת עַם חָפְשִׁי בְּאַרְצֵנוּ, </a:t>
            </a:r>
          </a:p>
          <a:p>
            <a:pPr algn="r" rtl="1">
              <a:lnSpc>
                <a:spcPts val="5624"/>
              </a:lnSpc>
            </a:pPr>
            <a:r>
              <a:rPr lang="he-IL" sz="4499" dirty="0">
                <a:solidFill>
                  <a:srgbClr val="2F5597"/>
                </a:solidFill>
                <a:latin typeface="David Libre"/>
                <a:ea typeface="David Libre"/>
                <a:cs typeface="David Libre"/>
                <a:sym typeface="David Libre"/>
                <a:rtl/>
              </a:rPr>
              <a:t>אֶרֶץ צִיּוֹן וִירוּשָׁלַיִם.</a:t>
            </a:r>
          </a:p>
          <a:p>
            <a:pPr algn="r" rtl="1">
              <a:lnSpc>
                <a:spcPts val="5624"/>
              </a:lnSpc>
            </a:pPr>
            <a:endParaRPr lang="he-IL" sz="4499" dirty="0">
              <a:solidFill>
                <a:srgbClr val="2F5597"/>
              </a:solidFill>
              <a:latin typeface="David Libre"/>
              <a:ea typeface="David Libre"/>
              <a:cs typeface="David Libre"/>
              <a:sym typeface="David Libre"/>
              <a:rtl/>
            </a:endParaRPr>
          </a:p>
          <a:p>
            <a:pPr algn="r" rtl="1">
              <a:lnSpc>
                <a:spcPts val="5624"/>
              </a:lnSpc>
            </a:pPr>
            <a:endParaRPr lang="he-IL" sz="4499" dirty="0">
              <a:solidFill>
                <a:srgbClr val="2F5597"/>
              </a:solidFill>
              <a:latin typeface="David Libre"/>
              <a:ea typeface="David Libre"/>
              <a:cs typeface="David Libre"/>
              <a:sym typeface="David Libre"/>
              <a:rtl/>
            </a:endParaRPr>
          </a:p>
        </p:txBody>
      </p:sp>
      <p:grpSp>
        <p:nvGrpSpPr>
          <p:cNvPr id="10" name="Group 10"/>
          <p:cNvGrpSpPr/>
          <p:nvPr/>
        </p:nvGrpSpPr>
        <p:grpSpPr>
          <a:xfrm>
            <a:off x="1028700" y="8009069"/>
            <a:ext cx="16230600" cy="1966044"/>
            <a:chOff x="0" y="0"/>
            <a:chExt cx="15389013" cy="1864101"/>
          </a:xfrm>
        </p:grpSpPr>
        <p:sp>
          <p:nvSpPr>
            <p:cNvPr id="11" name="Freeform 11"/>
            <p:cNvSpPr/>
            <p:nvPr/>
          </p:nvSpPr>
          <p:spPr>
            <a:xfrm>
              <a:off x="0" y="0"/>
              <a:ext cx="15389013" cy="1864101"/>
            </a:xfrm>
            <a:custGeom>
              <a:avLst/>
              <a:gdLst/>
              <a:ahLst/>
              <a:cxnLst/>
              <a:rect l="l" t="t" r="r" b="b"/>
              <a:pathLst>
                <a:path w="15389013" h="1864101">
                  <a:moveTo>
                    <a:pt x="0" y="0"/>
                  </a:moveTo>
                  <a:lnTo>
                    <a:pt x="15389013" y="0"/>
                  </a:lnTo>
                  <a:lnTo>
                    <a:pt x="15389013" y="1864101"/>
                  </a:lnTo>
                  <a:lnTo>
                    <a:pt x="0" y="1864101"/>
                  </a:lnTo>
                  <a:close/>
                </a:path>
              </a:pathLst>
            </a:custGeom>
          </p:spPr>
          <p:txBody>
            <a:bodyPr/>
            <a:lstStyle/>
            <a:p>
              <a:endParaRPr lang="en-US"/>
            </a:p>
          </p:txBody>
        </p:sp>
        <p:sp>
          <p:nvSpPr>
            <p:cNvPr id="12" name="TextBox 12"/>
            <p:cNvSpPr txBox="1"/>
            <p:nvPr/>
          </p:nvSpPr>
          <p:spPr>
            <a:xfrm>
              <a:off x="0" y="-28575"/>
              <a:ext cx="15389013" cy="1892676"/>
            </a:xfrm>
            <a:prstGeom prst="rect">
              <a:avLst/>
            </a:prstGeom>
          </p:spPr>
          <p:txBody>
            <a:bodyPr lIns="0" tIns="0" rIns="0" bIns="0" rtlCol="0" anchor="t"/>
            <a:lstStyle/>
            <a:p>
              <a:pPr algn="ctr">
                <a:lnSpc>
                  <a:spcPts val="3840"/>
                </a:lnSpc>
              </a:pPr>
              <a:r>
                <a:rPr lang="en-US" sz="3200">
                  <a:solidFill>
                    <a:srgbClr val="FFFFFF"/>
                  </a:solidFill>
                  <a:latin typeface="Helvetica"/>
                  <a:ea typeface="Helvetica"/>
                  <a:cs typeface="Helvetica"/>
                  <a:sym typeface="Helvetica"/>
                </a:rPr>
                <a:t>So long as within the inmost heart a Jewish spirit sings, </a:t>
              </a:r>
            </a:p>
            <a:p>
              <a:pPr algn="ctr">
                <a:lnSpc>
                  <a:spcPts val="3840"/>
                </a:lnSpc>
              </a:pPr>
              <a:r>
                <a:rPr lang="en-US" sz="3200">
                  <a:solidFill>
                    <a:srgbClr val="FFFFFF"/>
                  </a:solidFill>
                  <a:latin typeface="Helvetica"/>
                  <a:ea typeface="Helvetica"/>
                  <a:cs typeface="Helvetica"/>
                  <a:sym typeface="Helvetica"/>
                </a:rPr>
                <a:t>so long as the eye looks eastward, gazing toward Zion, our hope is not lost—the hope of two thousand years: to be free people in our land, the land of Zion and Jerusalem.</a:t>
              </a:r>
            </a:p>
          </p:txBody>
        </p:sp>
      </p:grpSp>
      <p:sp>
        <p:nvSpPr>
          <p:cNvPr id="13" name="TextBox 13"/>
          <p:cNvSpPr txBox="1"/>
          <p:nvPr/>
        </p:nvSpPr>
        <p:spPr>
          <a:xfrm>
            <a:off x="177783" y="111455"/>
            <a:ext cx="2304851" cy="514350"/>
          </a:xfrm>
          <a:prstGeom prst="rect">
            <a:avLst/>
          </a:prstGeom>
        </p:spPr>
        <p:txBody>
          <a:bodyPr lIns="0" tIns="0" rIns="0" bIns="0" rtlCol="0" anchor="t">
            <a:spAutoFit/>
          </a:bodyPr>
          <a:lstStyle/>
          <a:p>
            <a:pPr algn="l">
              <a:lnSpc>
                <a:spcPts val="3839"/>
              </a:lnSpc>
            </a:pPr>
            <a:r>
              <a:rPr lang="en-US" sz="3199">
                <a:solidFill>
                  <a:srgbClr val="FFFFFF"/>
                </a:solidFill>
                <a:latin typeface="Helvetica"/>
                <a:ea typeface="Helvetica"/>
                <a:cs typeface="Helvetica"/>
                <a:sym typeface="Helvetica"/>
              </a:rPr>
              <a:t>Hatikvah</a:t>
            </a:r>
          </a:p>
        </p:txBody>
      </p:sp>
      <p:sp>
        <p:nvSpPr>
          <p:cNvPr id="14" name="TextBox 14"/>
          <p:cNvSpPr txBox="1"/>
          <p:nvPr/>
        </p:nvSpPr>
        <p:spPr>
          <a:xfrm>
            <a:off x="16230600" y="-109591"/>
            <a:ext cx="1887995" cy="723519"/>
          </a:xfrm>
          <a:prstGeom prst="rect">
            <a:avLst/>
          </a:prstGeom>
        </p:spPr>
        <p:txBody>
          <a:bodyPr wrap="square" lIns="0" tIns="0" rIns="0" bIns="0" rtlCol="0" anchor="t">
            <a:spAutoFit/>
          </a:bodyPr>
          <a:lstStyle/>
          <a:p>
            <a:pPr algn="ctr" rtl="1">
              <a:lnSpc>
                <a:spcPts val="6048"/>
              </a:lnSpc>
              <a:spcBef>
                <a:spcPct val="0"/>
              </a:spcBef>
            </a:pPr>
            <a:r>
              <a:rPr lang="he-IL" sz="3600" dirty="0" err="1">
                <a:solidFill>
                  <a:srgbClr val="FFFFFF"/>
                </a:solidFill>
                <a:latin typeface="David Libre"/>
                <a:ea typeface="David Libre"/>
                <a:cs typeface="David Libre"/>
                <a:sym typeface="David Libre"/>
                <a:rtl/>
              </a:rPr>
              <a:t>הַתִּקְוָה</a:t>
            </a:r>
            <a:endParaRPr lang="he-IL" sz="3600" dirty="0">
              <a:solidFill>
                <a:srgbClr val="FFFFFF"/>
              </a:solidFill>
              <a:latin typeface="David Libre"/>
              <a:ea typeface="David Libre"/>
              <a:cs typeface="David Libre"/>
              <a:sym typeface="David Libre"/>
              <a:rt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531287"/>
            <a:ext cx="3338424" cy="9755713"/>
            <a:chOff x="0" y="-38100"/>
            <a:chExt cx="879256" cy="25694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Hineih mah tov u'mah na-im</a:t>
            </a:r>
          </a:p>
          <a:p>
            <a:pPr algn="l">
              <a:lnSpc>
                <a:spcPts val="5760"/>
              </a:lnSpc>
            </a:pPr>
            <a:r>
              <a:rPr lang="en-US" sz="3600">
                <a:solidFill>
                  <a:srgbClr val="FFFFFF"/>
                </a:solidFill>
                <a:latin typeface="Calibri (MS)"/>
                <a:cs typeface="Calibri (MS)"/>
              </a:rPr>
              <a:t>shevet achim gam yachad.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70240" y="758580"/>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b="1">
                <a:solidFill>
                  <a:srgbClr val="FFFFFF"/>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0" y="-21431"/>
            <a:ext cx="18288000" cy="256282"/>
            <a:chOff x="0" y="0"/>
            <a:chExt cx="17339733" cy="242993"/>
          </a:xfrm>
        </p:grpSpPr>
        <p:sp>
          <p:nvSpPr>
            <p:cNvPr id="3" name="Freeform 3"/>
            <p:cNvSpPr/>
            <p:nvPr/>
          </p:nvSpPr>
          <p:spPr>
            <a:xfrm>
              <a:off x="3047" y="1129"/>
              <a:ext cx="17333713" cy="240763"/>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grpSp>
        <p:nvGrpSpPr>
          <p:cNvPr id="4" name="Group 4"/>
          <p:cNvGrpSpPr/>
          <p:nvPr/>
        </p:nvGrpSpPr>
        <p:grpSpPr>
          <a:xfrm>
            <a:off x="0" y="10112330"/>
            <a:ext cx="18288000" cy="177071"/>
            <a:chOff x="0" y="0"/>
            <a:chExt cx="17339733" cy="167889"/>
          </a:xfrm>
        </p:grpSpPr>
        <p:sp>
          <p:nvSpPr>
            <p:cNvPr id="5" name="Freeform 5"/>
            <p:cNvSpPr/>
            <p:nvPr/>
          </p:nvSpPr>
          <p:spPr>
            <a:xfrm>
              <a:off x="3047" y="2286"/>
              <a:ext cx="17333713" cy="163322"/>
            </a:xfrm>
            <a:custGeom>
              <a:avLst/>
              <a:gdLst/>
              <a:ahLst/>
              <a:cxnLst/>
              <a:rect l="l" t="t" r="r" b="b"/>
              <a:pathLst>
                <a:path w="17333713" h="163322">
                  <a:moveTo>
                    <a:pt x="0" y="0"/>
                  </a:moveTo>
                  <a:lnTo>
                    <a:pt x="17333713" y="0"/>
                  </a:lnTo>
                  <a:lnTo>
                    <a:pt x="17333713" y="163322"/>
                  </a:lnTo>
                  <a:lnTo>
                    <a:pt x="0" y="163322"/>
                  </a:lnTo>
                  <a:close/>
                </a:path>
              </a:pathLst>
            </a:custGeom>
            <a:solidFill>
              <a:srgbClr val="00696B"/>
            </a:solidFill>
          </p:spPr>
          <p:txBody>
            <a:bodyPr/>
            <a:lstStyle/>
            <a:p>
              <a:endParaRPr lang="en-US"/>
            </a:p>
          </p:txBody>
        </p:sp>
      </p:grpSp>
      <p:sp>
        <p:nvSpPr>
          <p:cNvPr id="6" name="Freeform 6"/>
          <p:cNvSpPr/>
          <p:nvPr/>
        </p:nvSpPr>
        <p:spPr>
          <a:xfrm>
            <a:off x="7864843" y="2732104"/>
            <a:ext cx="2558313" cy="2558313"/>
          </a:xfrm>
          <a:custGeom>
            <a:avLst/>
            <a:gdLst/>
            <a:ahLst/>
            <a:cxnLst/>
            <a:rect l="l" t="t" r="r" b="b"/>
            <a:pathLst>
              <a:path w="2558313" h="2558313">
                <a:moveTo>
                  <a:pt x="0" y="0"/>
                </a:moveTo>
                <a:lnTo>
                  <a:pt x="2558314" y="0"/>
                </a:lnTo>
                <a:lnTo>
                  <a:pt x="2558314" y="2558313"/>
                </a:lnTo>
                <a:lnTo>
                  <a:pt x="0" y="2558313"/>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2643188" y="550697"/>
            <a:ext cx="13001625" cy="1455182"/>
          </a:xfrm>
          <a:prstGeom prst="rect">
            <a:avLst/>
          </a:prstGeom>
        </p:spPr>
        <p:txBody>
          <a:bodyPr lIns="0" tIns="0" rIns="0" bIns="0" rtlCol="0" anchor="t">
            <a:spAutoFit/>
          </a:bodyPr>
          <a:lstStyle/>
          <a:p>
            <a:pPr algn="ctr">
              <a:lnSpc>
                <a:spcPts val="9720"/>
              </a:lnSpc>
            </a:pPr>
            <a:r>
              <a:rPr lang="en-US" sz="9000" b="1">
                <a:solidFill>
                  <a:srgbClr val="008C95"/>
                </a:solidFill>
                <a:latin typeface="Calibri (MS) Bold"/>
                <a:ea typeface="Calibri (MS) Bold"/>
                <a:cs typeface="Calibri (MS) Bold"/>
                <a:sym typeface="Calibri (MS) Bold"/>
              </a:rPr>
              <a:t>L</a:t>
            </a:r>
            <a:r>
              <a:rPr lang="en-US" sz="9000" b="1">
                <a:solidFill>
                  <a:srgbClr val="FFFFFF"/>
                </a:solidFill>
                <a:latin typeface="Calibri (MS) Bold"/>
                <a:ea typeface="Calibri (MS) Bold"/>
                <a:cs typeface="Calibri (MS) Bold"/>
                <a:sym typeface="Calibri (MS) Bold"/>
              </a:rPr>
              <a:t>iving</a:t>
            </a:r>
            <a:r>
              <a:rPr lang="en-US" sz="9000" b="1">
                <a:solidFill>
                  <a:srgbClr val="2F5597"/>
                </a:solidFill>
                <a:latin typeface="Calibri (MS) Bold"/>
                <a:ea typeface="Calibri (MS) Bold"/>
                <a:cs typeface="Calibri (MS) Bold"/>
                <a:sym typeface="Calibri (MS) Bold"/>
              </a:rPr>
              <a:t> </a:t>
            </a:r>
            <a:r>
              <a:rPr lang="en-US" sz="9000" b="1">
                <a:solidFill>
                  <a:srgbClr val="008C95"/>
                </a:solidFill>
                <a:latin typeface="Calibri (MS) Bold"/>
                <a:ea typeface="Calibri (MS) Bold"/>
                <a:cs typeface="Calibri (MS) Bold"/>
                <a:sym typeface="Calibri (MS) Bold"/>
              </a:rPr>
              <a:t>O</a:t>
            </a:r>
            <a:r>
              <a:rPr lang="en-US" sz="9000" b="1">
                <a:solidFill>
                  <a:srgbClr val="FFFFFF"/>
                </a:solidFill>
                <a:latin typeface="Calibri (MS) Bold"/>
                <a:ea typeface="Calibri (MS) Bold"/>
                <a:cs typeface="Calibri (MS) Bold"/>
                <a:sym typeface="Calibri (MS) Bold"/>
              </a:rPr>
              <a:t>ur </a:t>
            </a:r>
            <a:r>
              <a:rPr lang="en-US" sz="9000" b="1">
                <a:solidFill>
                  <a:srgbClr val="008C95"/>
                </a:solidFill>
                <a:latin typeface="Calibri (MS) Bold"/>
                <a:ea typeface="Calibri (MS) Bold"/>
                <a:cs typeface="Calibri (MS) Bold"/>
                <a:sym typeface="Calibri (MS) Bold"/>
              </a:rPr>
              <a:t>V</a:t>
            </a:r>
            <a:r>
              <a:rPr lang="en-US" sz="9000" b="1">
                <a:solidFill>
                  <a:srgbClr val="FFFFFF"/>
                </a:solidFill>
                <a:latin typeface="Calibri (MS) Bold"/>
                <a:ea typeface="Calibri (MS) Bold"/>
                <a:cs typeface="Calibri (MS) Bold"/>
                <a:sym typeface="Calibri (MS) Bold"/>
              </a:rPr>
              <a:t>alues </a:t>
            </a:r>
            <a:r>
              <a:rPr lang="en-US" sz="9000" b="1">
                <a:solidFill>
                  <a:srgbClr val="008C95"/>
                </a:solidFill>
                <a:latin typeface="Calibri (MS) Bold"/>
                <a:ea typeface="Calibri (MS) Bold"/>
                <a:cs typeface="Calibri (MS) Bold"/>
                <a:sym typeface="Calibri (MS) Bold"/>
              </a:rPr>
              <a:t>E</a:t>
            </a:r>
            <a:r>
              <a:rPr lang="en-US" sz="9000" b="1">
                <a:solidFill>
                  <a:srgbClr val="FFFFFF"/>
                </a:solidFill>
                <a:latin typeface="Calibri (MS) Bold"/>
                <a:ea typeface="Calibri (MS) Bold"/>
                <a:cs typeface="Calibri (MS) Bold"/>
                <a:sym typeface="Calibri (MS) Bold"/>
              </a:rPr>
              <a:t>veryday</a:t>
            </a:r>
          </a:p>
        </p:txBody>
      </p:sp>
      <p:sp>
        <p:nvSpPr>
          <p:cNvPr id="8" name="TextBox 8"/>
          <p:cNvSpPr txBox="1"/>
          <p:nvPr/>
        </p:nvSpPr>
        <p:spPr>
          <a:xfrm>
            <a:off x="1503009" y="5626117"/>
            <a:ext cx="3949701" cy="3836656"/>
          </a:xfrm>
          <a:prstGeom prst="rect">
            <a:avLst/>
          </a:prstGeom>
        </p:spPr>
        <p:txBody>
          <a:bodyPr lIns="0" tIns="0" rIns="0" bIns="0" rtlCol="0" anchor="t">
            <a:spAutoFit/>
          </a:bodyPr>
          <a:lstStyle/>
          <a:p>
            <a:pPr algn="ctr">
              <a:lnSpc>
                <a:spcPts val="18489"/>
              </a:lnSpc>
            </a:pPr>
            <a:r>
              <a:rPr lang="he-IL" sz="14399">
                <a:solidFill>
                  <a:srgbClr val="FFFFFF"/>
                </a:solidFill>
                <a:latin typeface="Times New Roman MT"/>
                <a:ea typeface="Times New Roman MT"/>
                <a:cs typeface="Times New Roman MT"/>
                <a:sym typeface="Times New Roman MT"/>
                <a:rtl/>
              </a:rPr>
              <a:t>כָּבוֹד</a:t>
            </a:r>
          </a:p>
          <a:p>
            <a:pPr algn="ctr">
              <a:lnSpc>
                <a:spcPts val="9629"/>
              </a:lnSpc>
            </a:pPr>
            <a:r>
              <a:rPr lang="en-US" sz="7499">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11683603" y="2090724"/>
            <a:ext cx="5350392" cy="3479122"/>
          </a:xfrm>
          <a:prstGeom prst="rect">
            <a:avLst/>
          </a:prstGeom>
        </p:spPr>
        <p:txBody>
          <a:bodyPr lIns="0" tIns="0" rIns="0" bIns="0" rtlCol="0" anchor="t">
            <a:spAutoFit/>
          </a:bodyPr>
          <a:lstStyle/>
          <a:p>
            <a:pPr algn="ctr">
              <a:lnSpc>
                <a:spcPts val="16724"/>
              </a:lnSpc>
            </a:pPr>
            <a:r>
              <a:rPr lang="he-IL" sz="13025">
                <a:solidFill>
                  <a:srgbClr val="FFFFFF"/>
                </a:solidFill>
                <a:latin typeface="Times New Roman MT"/>
                <a:ea typeface="Times New Roman MT"/>
                <a:cs typeface="Times New Roman MT"/>
                <a:sym typeface="Times New Roman MT"/>
                <a:rtl/>
              </a:rPr>
              <a:t>קְהִילָּה</a:t>
            </a:r>
          </a:p>
          <a:p>
            <a:pPr algn="ctr">
              <a:lnSpc>
                <a:spcPts val="8710"/>
              </a:lnSpc>
            </a:pPr>
            <a:r>
              <a:rPr lang="en-US" sz="6784">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1028700" y="2034454"/>
            <a:ext cx="5510864" cy="3582139"/>
          </a:xfrm>
          <a:prstGeom prst="rect">
            <a:avLst/>
          </a:prstGeom>
        </p:spPr>
        <p:txBody>
          <a:bodyPr lIns="0" tIns="0" rIns="0" bIns="0" rtlCol="0" anchor="t">
            <a:spAutoFit/>
          </a:bodyPr>
          <a:lstStyle/>
          <a:p>
            <a:pPr algn="ctr">
              <a:lnSpc>
                <a:spcPts val="17226"/>
              </a:lnSpc>
            </a:pPr>
            <a:r>
              <a:rPr lang="en-US" sz="13416" dirty="0">
                <a:solidFill>
                  <a:srgbClr val="008C95"/>
                </a:solidFill>
                <a:latin typeface="Times New Roman MT"/>
                <a:ea typeface="Times New Roman MT"/>
                <a:cs typeface="Times New Roman MT"/>
                <a:sym typeface="Times New Roman MT"/>
              </a:rPr>
              <a:t> </a:t>
            </a:r>
            <a:r>
              <a:rPr lang="he-IL" sz="13416" dirty="0">
                <a:solidFill>
                  <a:srgbClr val="008C95"/>
                </a:solidFill>
                <a:latin typeface="Times New Roman MT"/>
                <a:ea typeface="Times New Roman MT"/>
                <a:cs typeface="Times New Roman MT"/>
                <a:sym typeface="Times New Roman MT"/>
                <a:rtl/>
              </a:rPr>
              <a:t>צֶדֶק</a:t>
            </a:r>
          </a:p>
          <a:p>
            <a:pPr algn="ctr">
              <a:lnSpc>
                <a:spcPts val="8972"/>
              </a:lnSpc>
            </a:pPr>
            <a:r>
              <a:rPr lang="en-US" sz="6987" dirty="0">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6871935" y="5903222"/>
            <a:ext cx="4965700" cy="3836656"/>
          </a:xfrm>
          <a:prstGeom prst="rect">
            <a:avLst/>
          </a:prstGeom>
        </p:spPr>
        <p:txBody>
          <a:bodyPr lIns="0" tIns="0" rIns="0" bIns="0" rtlCol="0" anchor="t">
            <a:spAutoFit/>
          </a:bodyPr>
          <a:lstStyle/>
          <a:p>
            <a:pPr algn="ctr">
              <a:lnSpc>
                <a:spcPts val="18489"/>
              </a:lnSpc>
            </a:pPr>
            <a:r>
              <a:rPr lang="he-IL" sz="14399">
                <a:solidFill>
                  <a:srgbClr val="008C95"/>
                </a:solidFill>
                <a:latin typeface="Times New Roman MT"/>
                <a:ea typeface="Times New Roman MT"/>
                <a:cs typeface="Times New Roman MT"/>
                <a:sym typeface="Times New Roman MT"/>
                <a:rtl/>
              </a:rPr>
              <a:t>חָכְמָה</a:t>
            </a:r>
          </a:p>
          <a:p>
            <a:pPr algn="ctr">
              <a:lnSpc>
                <a:spcPts val="9629"/>
              </a:lnSpc>
            </a:pPr>
            <a:r>
              <a:rPr lang="en-US" sz="7499">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3256860" y="5626997"/>
            <a:ext cx="3530600" cy="3836656"/>
          </a:xfrm>
          <a:prstGeom prst="rect">
            <a:avLst/>
          </a:prstGeom>
        </p:spPr>
        <p:txBody>
          <a:bodyPr lIns="0" tIns="0" rIns="0" bIns="0" rtlCol="0" anchor="t">
            <a:spAutoFit/>
          </a:bodyPr>
          <a:lstStyle/>
          <a:p>
            <a:pPr algn="ctr">
              <a:lnSpc>
                <a:spcPts val="18489"/>
              </a:lnSpc>
            </a:pPr>
            <a:r>
              <a:rPr lang="he-IL" sz="14399">
                <a:solidFill>
                  <a:srgbClr val="FFFFFF"/>
                </a:solidFill>
                <a:latin typeface="Times New Roman MT"/>
                <a:ea typeface="Times New Roman MT"/>
                <a:cs typeface="Times New Roman MT"/>
                <a:sym typeface="Times New Roman MT"/>
                <a:rtl/>
              </a:rPr>
              <a:t>רוּחַ</a:t>
            </a:r>
          </a:p>
          <a:p>
            <a:pPr algn="ctr">
              <a:lnSpc>
                <a:spcPts val="9629"/>
              </a:lnSpc>
            </a:pPr>
            <a:r>
              <a:rPr lang="en-US" sz="7499">
                <a:solidFill>
                  <a:srgbClr val="008C95"/>
                </a:solidFill>
                <a:latin typeface="Pinata Marks Rough Shadow"/>
                <a:ea typeface="Pinata Marks Rough Shadow"/>
                <a:cs typeface="Pinata Marks Rough Shadow"/>
                <a:sym typeface="Pinata Marks Rough Shadow"/>
              </a:rPr>
              <a:t>Spirit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1200325" y="-21431"/>
            <a:ext cx="15884285" cy="600969"/>
            <a:chOff x="0" y="0"/>
            <a:chExt cx="13009317" cy="492197"/>
          </a:xfrm>
        </p:grpSpPr>
        <p:sp>
          <p:nvSpPr>
            <p:cNvPr id="3" name="Freeform 3"/>
            <p:cNvSpPr/>
            <p:nvPr/>
          </p:nvSpPr>
          <p:spPr>
            <a:xfrm>
              <a:off x="2286" y="2286"/>
              <a:ext cx="13004801" cy="487680"/>
            </a:xfrm>
            <a:custGeom>
              <a:avLst/>
              <a:gdLst/>
              <a:ahLst/>
              <a:cxnLst/>
              <a:rect l="l" t="t" r="r" b="b"/>
              <a:pathLst>
                <a:path w="13004801" h="487680">
                  <a:moveTo>
                    <a:pt x="0" y="0"/>
                  </a:moveTo>
                  <a:lnTo>
                    <a:pt x="13004801" y="0"/>
                  </a:lnTo>
                  <a:lnTo>
                    <a:pt x="13004801" y="487680"/>
                  </a:lnTo>
                  <a:lnTo>
                    <a:pt x="0" y="487680"/>
                  </a:lnTo>
                  <a:close/>
                </a:path>
              </a:pathLst>
            </a:custGeom>
            <a:solidFill>
              <a:srgbClr val="12857F"/>
            </a:solidFill>
          </p:spPr>
          <p:txBody>
            <a:bodyPr/>
            <a:lstStyle/>
            <a:p>
              <a:endParaRPr lang="en-US"/>
            </a:p>
          </p:txBody>
        </p:sp>
      </p:grpSp>
      <p:sp>
        <p:nvSpPr>
          <p:cNvPr id="7" name="Freeform 7"/>
          <p:cNvSpPr/>
          <p:nvPr/>
        </p:nvSpPr>
        <p:spPr>
          <a:xfrm>
            <a:off x="3214" y="-18640"/>
            <a:ext cx="18281651" cy="595454"/>
          </a:xfrm>
          <a:custGeom>
            <a:avLst/>
            <a:gdLst/>
            <a:ahLst/>
            <a:cxnLst/>
            <a:rect l="l" t="t" r="r" b="b"/>
            <a:pathLst>
              <a:path w="14972773" h="487680">
                <a:moveTo>
                  <a:pt x="0" y="0"/>
                </a:moveTo>
                <a:lnTo>
                  <a:pt x="14972773" y="0"/>
                </a:lnTo>
                <a:lnTo>
                  <a:pt x="14972773" y="487680"/>
                </a:lnTo>
                <a:lnTo>
                  <a:pt x="0" y="487680"/>
                </a:lnTo>
                <a:close/>
              </a:path>
            </a:pathLst>
          </a:custGeom>
          <a:solidFill>
            <a:srgbClr val="008C95"/>
          </a:solidFill>
        </p:spPr>
        <p:txBody>
          <a:bodyPr/>
          <a:lstStyle/>
          <a:p>
            <a:endParaRPr lang="en-US"/>
          </a:p>
        </p:txBody>
      </p:sp>
      <p:sp>
        <p:nvSpPr>
          <p:cNvPr id="10" name="TextBox 10"/>
          <p:cNvSpPr txBox="1"/>
          <p:nvPr/>
        </p:nvSpPr>
        <p:spPr>
          <a:xfrm>
            <a:off x="576189" y="913653"/>
            <a:ext cx="8108247" cy="3756661"/>
          </a:xfrm>
          <a:prstGeom prst="rect">
            <a:avLst/>
          </a:prstGeom>
        </p:spPr>
        <p:txBody>
          <a:bodyPr lIns="0" tIns="0" rIns="0" bIns="0" rtlCol="0" anchor="t">
            <a:spAutoFit/>
          </a:bodyPr>
          <a:lstStyle/>
          <a:p>
            <a:pPr algn="l">
              <a:lnSpc>
                <a:spcPts val="7559"/>
              </a:lnSpc>
            </a:pPr>
            <a:r>
              <a:rPr lang="en-US" sz="4199" i="1">
                <a:solidFill>
                  <a:srgbClr val="F3D048"/>
                </a:solidFill>
                <a:latin typeface="Helvetica Italics"/>
                <a:ea typeface="Helvetica Italics"/>
                <a:cs typeface="Helvetica Italics"/>
                <a:sym typeface="Helvetica Italics"/>
              </a:rPr>
              <a:t>Modah ani l’fanecha, </a:t>
            </a:r>
          </a:p>
          <a:p>
            <a:pPr algn="l">
              <a:lnSpc>
                <a:spcPts val="7559"/>
              </a:lnSpc>
            </a:pPr>
            <a:r>
              <a:rPr lang="en-US" sz="4199" i="1">
                <a:solidFill>
                  <a:srgbClr val="F3D048"/>
                </a:solidFill>
                <a:latin typeface="Helvetica Italics"/>
                <a:ea typeface="Helvetica Italics"/>
                <a:cs typeface="Helvetica Italics"/>
                <a:sym typeface="Helvetica Italics"/>
              </a:rPr>
              <a:t>Melech chai v’kayam, </a:t>
            </a:r>
          </a:p>
          <a:p>
            <a:pPr algn="l">
              <a:lnSpc>
                <a:spcPts val="7559"/>
              </a:lnSpc>
            </a:pPr>
            <a:r>
              <a:rPr lang="en-US" sz="4199" i="1">
                <a:solidFill>
                  <a:srgbClr val="F3D048"/>
                </a:solidFill>
                <a:latin typeface="Helvetica Italics"/>
                <a:ea typeface="Helvetica Italics"/>
                <a:cs typeface="Helvetica Italics"/>
                <a:sym typeface="Helvetica Italics"/>
              </a:rPr>
              <a:t>she-hechezarta bi nishmati b’chemlah, rabbah emunatecha.</a:t>
            </a:r>
          </a:p>
        </p:txBody>
      </p:sp>
      <p:sp>
        <p:nvSpPr>
          <p:cNvPr id="11" name="TextBox 11"/>
          <p:cNvSpPr txBox="1"/>
          <p:nvPr/>
        </p:nvSpPr>
        <p:spPr>
          <a:xfrm>
            <a:off x="10806727" y="917464"/>
            <a:ext cx="6898931" cy="3781425"/>
          </a:xfrm>
          <a:prstGeom prst="rect">
            <a:avLst/>
          </a:prstGeom>
        </p:spPr>
        <p:txBody>
          <a:bodyPr lIns="0" tIns="0" rIns="0" bIns="0" rtlCol="0" anchor="t">
            <a:spAutoFit/>
          </a:bodyPr>
          <a:lstStyle/>
          <a:p>
            <a:pPr algn="r" rtl="1">
              <a:lnSpc>
                <a:spcPts val="7500"/>
              </a:lnSpc>
            </a:pPr>
            <a:r>
              <a:rPr lang="he-IL" sz="5000" dirty="0">
                <a:solidFill>
                  <a:srgbClr val="F3D048"/>
                </a:solidFill>
                <a:latin typeface="David Libre"/>
                <a:ea typeface="David Libre"/>
                <a:cs typeface="David Libre"/>
                <a:sym typeface="David Libre"/>
                <a:rtl/>
              </a:rPr>
              <a:t>מוֹדֶה אֲנִי לְפָנֶֽיךָ,</a:t>
            </a:r>
          </a:p>
          <a:p>
            <a:pPr algn="r" rtl="1">
              <a:lnSpc>
                <a:spcPts val="7500"/>
              </a:lnSpc>
            </a:pPr>
            <a:r>
              <a:rPr lang="he-IL" sz="5000" dirty="0">
                <a:solidFill>
                  <a:srgbClr val="F3D048"/>
                </a:solidFill>
                <a:latin typeface="David Libre"/>
                <a:ea typeface="David Libre"/>
                <a:cs typeface="David Libre"/>
                <a:sym typeface="David Libre"/>
                <a:rtl/>
              </a:rPr>
              <a:t> מֶֽלֶךְ חַי וְקַיָּם,</a:t>
            </a:r>
          </a:p>
          <a:p>
            <a:pPr algn="r" rtl="1">
              <a:lnSpc>
                <a:spcPts val="7500"/>
              </a:lnSpc>
            </a:pPr>
            <a:r>
              <a:rPr lang="he-IL" sz="5000" dirty="0">
                <a:solidFill>
                  <a:srgbClr val="F3D048"/>
                </a:solidFill>
                <a:latin typeface="David Libre"/>
                <a:ea typeface="David Libre"/>
                <a:cs typeface="David Libre"/>
                <a:sym typeface="David Libre"/>
                <a:rtl/>
              </a:rPr>
              <a:t>שֶׁהֶחֱזַֽרְתָּ בִּי נִשְׁמָתִי </a:t>
            </a:r>
          </a:p>
          <a:p>
            <a:pPr algn="r" rtl="1">
              <a:lnSpc>
                <a:spcPts val="7500"/>
              </a:lnSpc>
            </a:pPr>
            <a:r>
              <a:rPr lang="he-IL" sz="5000" dirty="0">
                <a:solidFill>
                  <a:srgbClr val="F3D048"/>
                </a:solidFill>
                <a:latin typeface="David Libre"/>
                <a:ea typeface="David Libre"/>
                <a:cs typeface="David Libre"/>
                <a:sym typeface="David Libre"/>
                <a:rtl/>
              </a:rPr>
              <a:t>בְּחֶמְלָה רַבָּה אֱמוּנָתֶֽךָ.</a:t>
            </a:r>
          </a:p>
        </p:txBody>
      </p:sp>
      <p:grpSp>
        <p:nvGrpSpPr>
          <p:cNvPr id="12" name="Group 12"/>
          <p:cNvGrpSpPr/>
          <p:nvPr/>
        </p:nvGrpSpPr>
        <p:grpSpPr>
          <a:xfrm>
            <a:off x="390140" y="7275054"/>
            <a:ext cx="7973941" cy="2314916"/>
            <a:chOff x="0" y="0"/>
            <a:chExt cx="6598292" cy="1915551"/>
          </a:xfrm>
        </p:grpSpPr>
        <p:sp>
          <p:nvSpPr>
            <p:cNvPr id="13" name="Freeform 13"/>
            <p:cNvSpPr/>
            <p:nvPr/>
          </p:nvSpPr>
          <p:spPr>
            <a:xfrm>
              <a:off x="0" y="0"/>
              <a:ext cx="6598292" cy="1915551"/>
            </a:xfrm>
            <a:custGeom>
              <a:avLst/>
              <a:gdLst/>
              <a:ahLst/>
              <a:cxnLst/>
              <a:rect l="l" t="t" r="r" b="b"/>
              <a:pathLst>
                <a:path w="6598292" h="1915551">
                  <a:moveTo>
                    <a:pt x="0" y="0"/>
                  </a:moveTo>
                  <a:lnTo>
                    <a:pt x="6598292" y="0"/>
                  </a:lnTo>
                  <a:lnTo>
                    <a:pt x="6598292" y="1915551"/>
                  </a:lnTo>
                  <a:lnTo>
                    <a:pt x="0" y="1915551"/>
                  </a:lnTo>
                  <a:close/>
                </a:path>
              </a:pathLst>
            </a:custGeom>
          </p:spPr>
          <p:txBody>
            <a:bodyPr/>
            <a:lstStyle/>
            <a:p>
              <a:endParaRPr lang="en-US"/>
            </a:p>
          </p:txBody>
        </p:sp>
        <p:sp>
          <p:nvSpPr>
            <p:cNvPr id="14" name="TextBox 14"/>
            <p:cNvSpPr txBox="1"/>
            <p:nvPr/>
          </p:nvSpPr>
          <p:spPr>
            <a:xfrm>
              <a:off x="0" y="-19050"/>
              <a:ext cx="6598292" cy="1934601"/>
            </a:xfrm>
            <a:prstGeom prst="rect">
              <a:avLst/>
            </a:prstGeom>
          </p:spPr>
          <p:txBody>
            <a:bodyPr lIns="0" tIns="0" rIns="0" bIns="0" rtlCol="0" anchor="ctr"/>
            <a:lstStyle/>
            <a:p>
              <a:pPr algn="l">
                <a:lnSpc>
                  <a:spcPts val="4394"/>
                </a:lnSpc>
              </a:pPr>
              <a:r>
                <a:rPr lang="en-US" sz="3662" dirty="0">
                  <a:solidFill>
                    <a:srgbClr val="F3D048"/>
                  </a:solidFill>
                  <a:latin typeface="Helvetica"/>
                  <a:ea typeface="Helvetica"/>
                  <a:cs typeface="Helvetica"/>
                  <a:sym typeface="Helvetica"/>
                </a:rPr>
                <a:t>I offer thanks to You, </a:t>
              </a:r>
            </a:p>
            <a:p>
              <a:pPr algn="l">
                <a:lnSpc>
                  <a:spcPts val="4394"/>
                </a:lnSpc>
              </a:pPr>
              <a:r>
                <a:rPr lang="en-US" sz="3662" dirty="0">
                  <a:solidFill>
                    <a:srgbClr val="F3D048"/>
                  </a:solidFill>
                  <a:latin typeface="Helvetica"/>
                  <a:ea typeface="Helvetica"/>
                  <a:cs typeface="Helvetica"/>
                  <a:sym typeface="Helvetica"/>
                </a:rPr>
                <a:t>ever-living Sovereign, </a:t>
              </a:r>
            </a:p>
            <a:p>
              <a:pPr algn="l">
                <a:lnSpc>
                  <a:spcPts val="4394"/>
                </a:lnSpc>
              </a:pPr>
              <a:r>
                <a:rPr lang="en-US" sz="3662" dirty="0">
                  <a:solidFill>
                    <a:srgbClr val="F3D048"/>
                  </a:solidFill>
                  <a:latin typeface="Helvetica"/>
                  <a:ea typeface="Helvetica"/>
                  <a:cs typeface="Helvetica"/>
                  <a:sym typeface="Helvetica"/>
                </a:rPr>
                <a:t>that You have restored my soul to me. How great is Your trust.</a:t>
              </a:r>
            </a:p>
          </p:txBody>
        </p:sp>
      </p:grpSp>
      <p:grpSp>
        <p:nvGrpSpPr>
          <p:cNvPr id="15" name="Group 15"/>
          <p:cNvGrpSpPr/>
          <p:nvPr/>
        </p:nvGrpSpPr>
        <p:grpSpPr>
          <a:xfrm>
            <a:off x="139774" y="70828"/>
            <a:ext cx="6027701" cy="467412"/>
            <a:chOff x="0" y="0"/>
            <a:chExt cx="4936720" cy="382813"/>
          </a:xfrm>
        </p:grpSpPr>
        <p:sp>
          <p:nvSpPr>
            <p:cNvPr id="16" name="Freeform 16"/>
            <p:cNvSpPr/>
            <p:nvPr/>
          </p:nvSpPr>
          <p:spPr>
            <a:xfrm>
              <a:off x="0" y="0"/>
              <a:ext cx="4936720" cy="382813"/>
            </a:xfrm>
            <a:custGeom>
              <a:avLst/>
              <a:gdLst/>
              <a:ahLst/>
              <a:cxnLst/>
              <a:rect l="l" t="t" r="r" b="b"/>
              <a:pathLst>
                <a:path w="4936720" h="382813">
                  <a:moveTo>
                    <a:pt x="0" y="0"/>
                  </a:moveTo>
                  <a:lnTo>
                    <a:pt x="4936720" y="0"/>
                  </a:lnTo>
                  <a:lnTo>
                    <a:pt x="4936720" y="382813"/>
                  </a:lnTo>
                  <a:lnTo>
                    <a:pt x="0" y="382813"/>
                  </a:lnTo>
                  <a:close/>
                </a:path>
              </a:pathLst>
            </a:custGeom>
          </p:spPr>
          <p:txBody>
            <a:bodyPr/>
            <a:lstStyle/>
            <a:p>
              <a:endParaRPr lang="en-US"/>
            </a:p>
          </p:txBody>
        </p:sp>
        <p:sp>
          <p:nvSpPr>
            <p:cNvPr id="17" name="TextBox 17"/>
            <p:cNvSpPr txBox="1"/>
            <p:nvPr/>
          </p:nvSpPr>
          <p:spPr>
            <a:xfrm>
              <a:off x="0" y="-9525"/>
              <a:ext cx="4936720" cy="392338"/>
            </a:xfrm>
            <a:prstGeom prst="rect">
              <a:avLst/>
            </a:prstGeom>
          </p:spPr>
          <p:txBody>
            <a:bodyPr lIns="0" tIns="0" rIns="0" bIns="0" rtlCol="0" anchor="ctr"/>
            <a:lstStyle/>
            <a:p>
              <a:pPr algn="l">
                <a:lnSpc>
                  <a:spcPts val="2344"/>
                </a:lnSpc>
              </a:pPr>
              <a:r>
                <a:rPr lang="en-US" sz="1953" b="1">
                  <a:solidFill>
                    <a:srgbClr val="F3D048"/>
                  </a:solidFill>
                  <a:latin typeface="Helvetica Bold"/>
                  <a:ea typeface="Helvetica Bold"/>
                  <a:cs typeface="Helvetica Bold"/>
                  <a:sym typeface="Helvetica Bold"/>
                </a:rPr>
                <a:t>MORNING BLESSINGS </a:t>
              </a:r>
              <a:r>
                <a:rPr lang="en-US" sz="1953">
                  <a:solidFill>
                    <a:srgbClr val="F3D048"/>
                  </a:solidFill>
                  <a:latin typeface="Helvetica"/>
                  <a:ea typeface="Helvetica"/>
                  <a:cs typeface="Helvetica"/>
                  <a:sym typeface="Helvetica"/>
                </a:rPr>
                <a:t>| </a:t>
              </a:r>
              <a:r>
                <a:rPr lang="en-US" sz="1953" b="1" i="1">
                  <a:solidFill>
                    <a:srgbClr val="F3D048"/>
                  </a:solidFill>
                  <a:latin typeface="Helvetica Bold Italics"/>
                  <a:ea typeface="Helvetica Bold Italics"/>
                  <a:cs typeface="Helvetica Bold Italics"/>
                  <a:sym typeface="Helvetica Bold Italics"/>
                </a:rPr>
                <a:t>BIRCHOT HASHACHAR</a:t>
              </a:r>
            </a:p>
          </p:txBody>
        </p:sp>
      </p:grpSp>
      <p:grpSp>
        <p:nvGrpSpPr>
          <p:cNvPr id="18" name="Group 18"/>
          <p:cNvGrpSpPr>
            <a:grpSpLocks noChangeAspect="1"/>
          </p:cNvGrpSpPr>
          <p:nvPr/>
        </p:nvGrpSpPr>
        <p:grpSpPr>
          <a:xfrm>
            <a:off x="16112727" y="-5648"/>
            <a:ext cx="2077117" cy="569403"/>
            <a:chOff x="0" y="0"/>
            <a:chExt cx="1701170" cy="466344"/>
          </a:xfrm>
        </p:grpSpPr>
        <p:sp>
          <p:nvSpPr>
            <p:cNvPr id="19" name="Freeform 19"/>
            <p:cNvSpPr/>
            <p:nvPr/>
          </p:nvSpPr>
          <p:spPr>
            <a:xfrm>
              <a:off x="0" y="0"/>
              <a:ext cx="1701165" cy="466344"/>
            </a:xfrm>
            <a:custGeom>
              <a:avLst/>
              <a:gdLst/>
              <a:ahLst/>
              <a:cxnLst/>
              <a:rect l="l" t="t" r="r" b="b"/>
              <a:pathLst>
                <a:path w="1701165" h="466344">
                  <a:moveTo>
                    <a:pt x="0" y="0"/>
                  </a:moveTo>
                  <a:lnTo>
                    <a:pt x="1701165" y="0"/>
                  </a:lnTo>
                  <a:lnTo>
                    <a:pt x="1701165" y="466344"/>
                  </a:lnTo>
                  <a:lnTo>
                    <a:pt x="0" y="466344"/>
                  </a:lnTo>
                  <a:lnTo>
                    <a:pt x="0" y="0"/>
                  </a:lnTo>
                  <a:close/>
                </a:path>
              </a:pathLst>
            </a:custGeom>
            <a:blipFill>
              <a:blip r:embed="rId2"/>
              <a:stretch>
                <a:fillRect/>
              </a:stretch>
            </a:blipFill>
          </p:spPr>
          <p:txBody>
            <a:bodyPr/>
            <a:lstStyle/>
            <a:p>
              <a:endParaRPr lang="en-US"/>
            </a:p>
          </p:txBody>
        </p:sp>
      </p:grpSp>
      <p:grpSp>
        <p:nvGrpSpPr>
          <p:cNvPr id="20" name="Group 20"/>
          <p:cNvGrpSpPr>
            <a:grpSpLocks noChangeAspect="1"/>
          </p:cNvGrpSpPr>
          <p:nvPr/>
        </p:nvGrpSpPr>
        <p:grpSpPr>
          <a:xfrm>
            <a:off x="8829202" y="4776930"/>
            <a:ext cx="5067217" cy="4996248"/>
            <a:chOff x="0" y="0"/>
            <a:chExt cx="4533899" cy="4470400"/>
          </a:xfrm>
        </p:grpSpPr>
        <p:sp>
          <p:nvSpPr>
            <p:cNvPr id="21" name="Freeform 21"/>
            <p:cNvSpPr/>
            <p:nvPr/>
          </p:nvSpPr>
          <p:spPr>
            <a:xfrm>
              <a:off x="0" y="0"/>
              <a:ext cx="4533900" cy="4470400"/>
            </a:xfrm>
            <a:custGeom>
              <a:avLst/>
              <a:gdLst/>
              <a:ahLst/>
              <a:cxnLst/>
              <a:rect l="l" t="t" r="r" b="b"/>
              <a:pathLst>
                <a:path w="4533900" h="4470400">
                  <a:moveTo>
                    <a:pt x="0" y="0"/>
                  </a:moveTo>
                  <a:lnTo>
                    <a:pt x="4533900" y="0"/>
                  </a:lnTo>
                  <a:lnTo>
                    <a:pt x="4533900" y="4470400"/>
                  </a:lnTo>
                  <a:lnTo>
                    <a:pt x="0" y="4470400"/>
                  </a:lnTo>
                  <a:lnTo>
                    <a:pt x="0" y="0"/>
                  </a:lnTo>
                  <a:close/>
                </a:path>
              </a:pathLst>
            </a:custGeom>
            <a:blipFill>
              <a:blip r:embed="rId3"/>
              <a:stretch>
                <a:fillRect/>
              </a:stretch>
            </a:blipFill>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sp>
        <p:nvSpPr>
          <p:cNvPr id="3" name="Freeform 3"/>
          <p:cNvSpPr/>
          <p:nvPr/>
        </p:nvSpPr>
        <p:spPr>
          <a:xfrm>
            <a:off x="-317" y="-372"/>
            <a:ext cx="18288317" cy="685800"/>
          </a:xfrm>
          <a:custGeom>
            <a:avLst/>
            <a:gdLst/>
            <a:ahLst/>
            <a:cxnLst/>
            <a:rect l="l" t="t" r="r" b="b"/>
            <a:pathLst>
              <a:path w="17267785" h="650240">
                <a:moveTo>
                  <a:pt x="0" y="0"/>
                </a:moveTo>
                <a:lnTo>
                  <a:pt x="17267785" y="0"/>
                </a:lnTo>
                <a:lnTo>
                  <a:pt x="17267785" y="650240"/>
                </a:lnTo>
                <a:lnTo>
                  <a:pt x="0" y="650240"/>
                </a:lnTo>
                <a:close/>
              </a:path>
            </a:pathLst>
          </a:custGeom>
          <a:solidFill>
            <a:srgbClr val="008C95"/>
          </a:solidFill>
        </p:spPr>
        <p:txBody>
          <a:bodyPr/>
          <a:lstStyle/>
          <a:p>
            <a:endParaRPr lang="en-US"/>
          </a:p>
        </p:txBody>
      </p:sp>
      <p:sp>
        <p:nvSpPr>
          <p:cNvPr id="4" name="TextBox 4"/>
          <p:cNvSpPr txBox="1"/>
          <p:nvPr/>
        </p:nvSpPr>
        <p:spPr>
          <a:xfrm>
            <a:off x="3946804" y="4930946"/>
            <a:ext cx="10394392" cy="2764840"/>
          </a:xfrm>
          <a:prstGeom prst="rect">
            <a:avLst/>
          </a:prstGeom>
        </p:spPr>
        <p:txBody>
          <a:bodyPr lIns="0" tIns="0" rIns="0" bIns="0" rtlCol="0" anchor="t">
            <a:spAutoFit/>
          </a:bodyPr>
          <a:lstStyle/>
          <a:p>
            <a:pPr algn="ctr">
              <a:lnSpc>
                <a:spcPts val="7208"/>
              </a:lnSpc>
            </a:pPr>
            <a:r>
              <a:rPr lang="en-US" sz="6007">
                <a:solidFill>
                  <a:srgbClr val="F7CB57"/>
                </a:solidFill>
                <a:latin typeface="Helvetica"/>
                <a:ea typeface="Helvetica"/>
                <a:cs typeface="Helvetica"/>
                <a:sym typeface="Helvetica"/>
              </a:rPr>
              <a:t>Ozi v’zimrat yah, </a:t>
            </a:r>
          </a:p>
          <a:p>
            <a:pPr algn="ctr">
              <a:lnSpc>
                <a:spcPts val="7208"/>
              </a:lnSpc>
            </a:pPr>
            <a:r>
              <a:rPr lang="en-US" sz="6007">
                <a:solidFill>
                  <a:srgbClr val="F7CB57"/>
                </a:solidFill>
                <a:latin typeface="Helvetica"/>
                <a:ea typeface="Helvetica"/>
                <a:cs typeface="Helvetica"/>
                <a:sym typeface="Helvetica"/>
              </a:rPr>
              <a:t>vayehi li vayehi li </a:t>
            </a:r>
          </a:p>
          <a:p>
            <a:pPr algn="ctr">
              <a:lnSpc>
                <a:spcPts val="7208"/>
              </a:lnSpc>
            </a:pPr>
            <a:r>
              <a:rPr lang="en-US" sz="6007">
                <a:solidFill>
                  <a:srgbClr val="F7CB57"/>
                </a:solidFill>
                <a:latin typeface="Helvetica"/>
                <a:ea typeface="Helvetica"/>
                <a:cs typeface="Helvetica"/>
                <a:sym typeface="Helvetica"/>
              </a:rPr>
              <a:t>lishua, lishua, lishua </a:t>
            </a:r>
          </a:p>
        </p:txBody>
      </p:sp>
      <p:grpSp>
        <p:nvGrpSpPr>
          <p:cNvPr id="5" name="Group 5"/>
          <p:cNvGrpSpPr>
            <a:grpSpLocks noChangeAspect="1"/>
          </p:cNvGrpSpPr>
          <p:nvPr/>
        </p:nvGrpSpPr>
        <p:grpSpPr>
          <a:xfrm>
            <a:off x="1768688" y="5368310"/>
            <a:ext cx="1228272" cy="2060096"/>
            <a:chOff x="0" y="0"/>
            <a:chExt cx="1164584" cy="1953276"/>
          </a:xfrm>
        </p:grpSpPr>
        <p:sp>
          <p:nvSpPr>
            <p:cNvPr id="6" name="Freeform 6"/>
            <p:cNvSpPr/>
            <p:nvPr/>
          </p:nvSpPr>
          <p:spPr>
            <a:xfrm>
              <a:off x="0" y="0"/>
              <a:ext cx="1164590" cy="1953260"/>
            </a:xfrm>
            <a:custGeom>
              <a:avLst/>
              <a:gdLst/>
              <a:ahLst/>
              <a:cxnLst/>
              <a:rect l="l" t="t" r="r" b="b"/>
              <a:pathLst>
                <a:path w="1164590" h="1953260">
                  <a:moveTo>
                    <a:pt x="0" y="0"/>
                  </a:moveTo>
                  <a:lnTo>
                    <a:pt x="1164590" y="0"/>
                  </a:lnTo>
                  <a:lnTo>
                    <a:pt x="1164590" y="1953260"/>
                  </a:lnTo>
                  <a:lnTo>
                    <a:pt x="0" y="1953260"/>
                  </a:lnTo>
                  <a:lnTo>
                    <a:pt x="0" y="0"/>
                  </a:lnTo>
                  <a:close/>
                </a:path>
              </a:pathLst>
            </a:custGeom>
            <a:blipFill>
              <a:blip r:embed="rId2"/>
              <a:stretch>
                <a:fillRect t="-985" b="-986"/>
              </a:stretch>
            </a:blipFill>
          </p:spPr>
          <p:txBody>
            <a:bodyPr/>
            <a:lstStyle/>
            <a:p>
              <a:endParaRPr lang="en-US"/>
            </a:p>
          </p:txBody>
        </p:sp>
      </p:grpSp>
      <p:grpSp>
        <p:nvGrpSpPr>
          <p:cNvPr id="7" name="Group 7"/>
          <p:cNvGrpSpPr>
            <a:grpSpLocks noChangeAspect="1"/>
          </p:cNvGrpSpPr>
          <p:nvPr/>
        </p:nvGrpSpPr>
        <p:grpSpPr>
          <a:xfrm>
            <a:off x="16028876" y="5368310"/>
            <a:ext cx="984058" cy="1928212"/>
            <a:chOff x="0" y="0"/>
            <a:chExt cx="933033" cy="1828231"/>
          </a:xfrm>
        </p:grpSpPr>
        <p:sp>
          <p:nvSpPr>
            <p:cNvPr id="8" name="Freeform 8"/>
            <p:cNvSpPr/>
            <p:nvPr/>
          </p:nvSpPr>
          <p:spPr>
            <a:xfrm>
              <a:off x="0" y="0"/>
              <a:ext cx="933069" cy="1828292"/>
            </a:xfrm>
            <a:custGeom>
              <a:avLst/>
              <a:gdLst/>
              <a:ahLst/>
              <a:cxnLst/>
              <a:rect l="l" t="t" r="r" b="b"/>
              <a:pathLst>
                <a:path w="933069" h="1828292">
                  <a:moveTo>
                    <a:pt x="0" y="0"/>
                  </a:moveTo>
                  <a:lnTo>
                    <a:pt x="933069" y="0"/>
                  </a:lnTo>
                  <a:lnTo>
                    <a:pt x="933069" y="1828292"/>
                  </a:lnTo>
                  <a:lnTo>
                    <a:pt x="0" y="1828292"/>
                  </a:lnTo>
                  <a:lnTo>
                    <a:pt x="0" y="0"/>
                  </a:lnTo>
                  <a:close/>
                </a:path>
              </a:pathLst>
            </a:custGeom>
            <a:blipFill>
              <a:blip r:embed="rId3"/>
              <a:stretch>
                <a:fillRect t="-1509" r="3" b="-1506"/>
              </a:stretch>
            </a:blipFill>
          </p:spPr>
          <p:txBody>
            <a:bodyPr/>
            <a:lstStyle/>
            <a:p>
              <a:endParaRPr lang="en-US"/>
            </a:p>
          </p:txBody>
        </p:sp>
      </p:grpSp>
      <p:sp>
        <p:nvSpPr>
          <p:cNvPr id="9" name="TextBox 9"/>
          <p:cNvSpPr txBox="1"/>
          <p:nvPr/>
        </p:nvSpPr>
        <p:spPr>
          <a:xfrm>
            <a:off x="2770063" y="2064222"/>
            <a:ext cx="12747873" cy="1343025"/>
          </a:xfrm>
          <a:prstGeom prst="rect">
            <a:avLst/>
          </a:prstGeom>
        </p:spPr>
        <p:txBody>
          <a:bodyPr lIns="0" tIns="0" rIns="0" bIns="0" rtlCol="0" anchor="t">
            <a:spAutoFit/>
          </a:bodyPr>
          <a:lstStyle/>
          <a:p>
            <a:pPr algn="ctr" rtl="1">
              <a:lnSpc>
                <a:spcPts val="10559"/>
              </a:lnSpc>
              <a:spcBef>
                <a:spcPct val="0"/>
              </a:spcBef>
            </a:pPr>
            <a:r>
              <a:rPr lang="he-IL" sz="8799">
                <a:solidFill>
                  <a:srgbClr val="F7CB57"/>
                </a:solidFill>
                <a:latin typeface="David Libre"/>
                <a:ea typeface="David Libre"/>
                <a:cs typeface="David Libre"/>
                <a:sym typeface="David Libre"/>
                <a:rtl/>
              </a:rPr>
              <a:t>עׇזִּי וְזִמְרָת יָהּ וַיְהִי־לִי לִישׁוּעָה</a:t>
            </a:r>
          </a:p>
        </p:txBody>
      </p:sp>
      <p:sp>
        <p:nvSpPr>
          <p:cNvPr id="10" name="TextBox 10"/>
          <p:cNvSpPr txBox="1"/>
          <p:nvPr/>
        </p:nvSpPr>
        <p:spPr>
          <a:xfrm>
            <a:off x="267999" y="155050"/>
            <a:ext cx="6093401" cy="438150"/>
          </a:xfrm>
          <a:prstGeom prst="rect">
            <a:avLst/>
          </a:prstGeom>
        </p:spPr>
        <p:txBody>
          <a:bodyPr lIns="0" tIns="0" rIns="0" bIns="0" rtlCol="0" anchor="t">
            <a:spAutoFit/>
          </a:bodyPr>
          <a:lstStyle/>
          <a:p>
            <a:pPr algn="l">
              <a:lnSpc>
                <a:spcPts val="3240"/>
              </a:lnSpc>
            </a:pPr>
            <a:r>
              <a:rPr lang="en-US" sz="2700">
                <a:solidFill>
                  <a:srgbClr val="F7CB57"/>
                </a:solidFill>
                <a:latin typeface="Helvetica"/>
                <a:ea typeface="Helvetica"/>
                <a:cs typeface="Helvetica"/>
                <a:sym typeface="Helvetica"/>
              </a:rPr>
              <a:t>Ozi V’zimrat Yah</a:t>
            </a:r>
          </a:p>
        </p:txBody>
      </p:sp>
      <p:sp>
        <p:nvSpPr>
          <p:cNvPr id="11" name="TextBox 11"/>
          <p:cNvSpPr txBox="1"/>
          <p:nvPr/>
        </p:nvSpPr>
        <p:spPr>
          <a:xfrm>
            <a:off x="15745484" y="90160"/>
            <a:ext cx="2534901" cy="495300"/>
          </a:xfrm>
          <a:prstGeom prst="rect">
            <a:avLst/>
          </a:prstGeom>
        </p:spPr>
        <p:txBody>
          <a:bodyPr lIns="0" tIns="0" rIns="0" bIns="0" rtlCol="0" anchor="t">
            <a:spAutoFit/>
          </a:bodyPr>
          <a:lstStyle/>
          <a:p>
            <a:pPr algn="ctr" rtl="1">
              <a:lnSpc>
                <a:spcPts val="3840"/>
              </a:lnSpc>
              <a:spcBef>
                <a:spcPct val="0"/>
              </a:spcBef>
            </a:pPr>
            <a:r>
              <a:rPr lang="he-IL" sz="3200">
                <a:solidFill>
                  <a:srgbClr val="F7CB57"/>
                </a:solidFill>
                <a:latin typeface="David Libre"/>
                <a:ea typeface="David Libre"/>
                <a:cs typeface="David Libre"/>
                <a:sym typeface="David Libre"/>
                <a:rtl/>
              </a:rPr>
              <a:t>עׇזִּי וְזִמְרָת יָהּ</a:t>
            </a:r>
          </a:p>
        </p:txBody>
      </p:sp>
      <p:sp>
        <p:nvSpPr>
          <p:cNvPr id="12" name="TextBox 12"/>
          <p:cNvSpPr txBox="1"/>
          <p:nvPr/>
        </p:nvSpPr>
        <p:spPr>
          <a:xfrm>
            <a:off x="3314700" y="9019761"/>
            <a:ext cx="11297991" cy="571469"/>
          </a:xfrm>
          <a:prstGeom prst="rect">
            <a:avLst/>
          </a:prstGeom>
        </p:spPr>
        <p:txBody>
          <a:bodyPr lIns="0" tIns="0" rIns="0" bIns="0" rtlCol="0" anchor="t">
            <a:spAutoFit/>
          </a:bodyPr>
          <a:lstStyle/>
          <a:p>
            <a:pPr algn="ctr">
              <a:lnSpc>
                <a:spcPts val="4300"/>
              </a:lnSpc>
              <a:spcBef>
                <a:spcPct val="0"/>
              </a:spcBef>
            </a:pPr>
            <a:r>
              <a:rPr lang="en-US" sz="3583">
                <a:solidFill>
                  <a:srgbClr val="F7CB57"/>
                </a:solidFill>
                <a:latin typeface="Helvetica"/>
                <a:ea typeface="Helvetica"/>
                <a:cs typeface="Helvetica"/>
                <a:sym typeface="Helvetica"/>
              </a:rPr>
              <a:t>My strength and the song of God will be my salvation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167325"/>
          </a:xfrm>
          <a:prstGeom prst="rect">
            <a:avLst/>
          </a:prstGeom>
        </p:spPr>
        <p:txBody>
          <a:bodyPr lIns="0" tIns="0" rIns="0" bIns="0" rtlCol="0" anchor="t">
            <a:spAutoFit/>
          </a:bodyPr>
          <a:lstStyle/>
          <a:p>
            <a:pPr algn="l">
              <a:lnSpc>
                <a:spcPts val="5760"/>
              </a:lnSpc>
            </a:pPr>
            <a:r>
              <a:rPr lang="en-US" sz="3600" dirty="0" err="1">
                <a:solidFill>
                  <a:srgbClr val="FFFFFF"/>
                </a:solidFill>
                <a:latin typeface="Calibri (MS)"/>
                <a:cs typeface="Calibri (MS)"/>
              </a:rPr>
              <a:t>Bar'chu</a:t>
            </a:r>
            <a:r>
              <a:rPr lang="en-US" sz="3600" dirty="0">
                <a:solidFill>
                  <a:srgbClr val="FFFFFF"/>
                </a:solidFill>
                <a:latin typeface="Calibri (MS)"/>
                <a:cs typeface="Calibri (MS)"/>
              </a:rPr>
              <a:t> et Adonai </a:t>
            </a:r>
            <a:r>
              <a:rPr lang="en-US" sz="3600" dirty="0" err="1">
                <a:solidFill>
                  <a:srgbClr val="FFFFFF"/>
                </a:solidFill>
                <a:latin typeface="Calibri (MS)"/>
                <a:cs typeface="Calibri (MS)"/>
              </a:rPr>
              <a:t>ham'vorach</a:t>
            </a:r>
            <a:r>
              <a:rPr lang="en-US" sz="3600" dirty="0">
                <a:solidFill>
                  <a:srgbClr val="FFFFFF"/>
                </a:solidFill>
                <a:latin typeface="Calibri (MS)"/>
                <a:cs typeface="Calibri (MS)"/>
              </a:rPr>
              <a:t>!</a:t>
            </a:r>
          </a:p>
          <a:p>
            <a:pPr algn="l">
              <a:lnSpc>
                <a:spcPts val="5760"/>
              </a:lnSpc>
            </a:pPr>
            <a:r>
              <a:rPr lang="en-US" sz="3600" dirty="0">
                <a:solidFill>
                  <a:srgbClr val="FFFFFF"/>
                </a:solidFill>
                <a:latin typeface="Calibri (MS)"/>
                <a:cs typeface="Calibri (MS)"/>
              </a:rPr>
              <a:t>Baruch Adonai </a:t>
            </a:r>
            <a:r>
              <a:rPr lang="en-US" sz="3600" dirty="0" err="1">
                <a:solidFill>
                  <a:srgbClr val="FFFFFF"/>
                </a:solidFill>
                <a:latin typeface="Calibri (MS)"/>
                <a:cs typeface="Calibri (MS)"/>
              </a:rPr>
              <a:t>ham'vorach</a:t>
            </a:r>
            <a:r>
              <a:rPr lang="en-US" sz="3600" dirty="0">
                <a:solidFill>
                  <a:srgbClr val="FFFFFF"/>
                </a:solidFill>
                <a:latin typeface="Calibri (MS)"/>
                <a:cs typeface="Calibri (MS)"/>
              </a:rPr>
              <a:t> </a:t>
            </a:r>
            <a:br>
              <a:rPr lang="en-US" sz="3600" dirty="0">
                <a:solidFill>
                  <a:srgbClr val="FFFFFF"/>
                </a:solidFill>
                <a:latin typeface="Calibri (MS)"/>
                <a:cs typeface="Calibri (MS)"/>
              </a:rPr>
            </a:br>
            <a:r>
              <a:rPr lang="en-US" sz="3600" dirty="0" err="1">
                <a:solidFill>
                  <a:srgbClr val="FFFFFF"/>
                </a:solidFill>
                <a:latin typeface="Calibri (MS)"/>
                <a:cs typeface="Calibri (MS)"/>
              </a:rPr>
              <a:t>l'olam</a:t>
            </a:r>
            <a:r>
              <a:rPr lang="en-US" sz="3600" dirty="0">
                <a:solidFill>
                  <a:srgbClr val="FFFFFF"/>
                </a:solidFill>
                <a:latin typeface="Calibri (MS)"/>
                <a:cs typeface="Calibri (MS)"/>
              </a:rPr>
              <a:t> </a:t>
            </a:r>
            <a:r>
              <a:rPr lang="en-US" sz="3600" dirty="0" err="1">
                <a:solidFill>
                  <a:srgbClr val="FFFFFF"/>
                </a:solidFill>
                <a:latin typeface="Calibri (MS)"/>
                <a:cs typeface="Calibri (MS)"/>
              </a:rPr>
              <a:t>va</a:t>
            </a:r>
            <a:r>
              <a:rPr lang="en-US" sz="3600" dirty="0">
                <a:solidFill>
                  <a:srgbClr val="FFFFFF"/>
                </a:solidFill>
                <a:latin typeface="Calibri (MS)"/>
                <a:cs typeface="Calibri (MS)"/>
              </a:rPr>
              <a:t>-ed!</a:t>
            </a:r>
          </a:p>
        </p:txBody>
      </p:sp>
      <p:sp>
        <p:nvSpPr>
          <p:cNvPr id="11" name="TextBox 11"/>
          <p:cNvSpPr txBox="1"/>
          <p:nvPr/>
        </p:nvSpPr>
        <p:spPr>
          <a:xfrm>
            <a:off x="8665588" y="1095006"/>
            <a:ext cx="5794490" cy="2197268"/>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בָּרְכוּ אֶת יְיָ הַמְבֹרָךְ!</a:t>
            </a:r>
          </a:p>
          <a:p>
            <a:pPr algn="r" rtl="1">
              <a:lnSpc>
                <a:spcPts val="5760"/>
              </a:lnSpc>
            </a:pPr>
            <a:r>
              <a:rPr lang="he-IL" sz="4500" dirty="0">
                <a:solidFill>
                  <a:srgbClr val="FFFFFF"/>
                </a:solidFill>
                <a:latin typeface="David Libre"/>
                <a:ea typeface="David Libre"/>
                <a:cs typeface="David Libre"/>
                <a:sym typeface="David Libre"/>
                <a:rtl/>
              </a:rPr>
              <a:t>בָּרוּךְ יְיָ הַמְבֹרָךְ </a:t>
            </a:r>
            <a:br>
              <a:rPr lang="en-US" sz="4500" dirty="0">
                <a:solidFill>
                  <a:srgbClr val="FFFFFF"/>
                </a:solidFill>
                <a:latin typeface="David Libre"/>
                <a:ea typeface="David Libre"/>
                <a:cs typeface="David Libre"/>
                <a:sym typeface="David Libre"/>
                <a:rtl/>
              </a:rPr>
            </a:br>
            <a:r>
              <a:rPr lang="he-IL" sz="4500" dirty="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dirty="0">
                <a:solidFill>
                  <a:srgbClr val="B8E3E6"/>
                </a:solidFill>
                <a:latin typeface="Calibri (MS)"/>
                <a:cs typeface="Calibri (MS)"/>
              </a:rPr>
              <a:t>‣ Opening</a:t>
            </a:r>
          </a:p>
          <a:p>
            <a:pPr algn="l">
              <a:lnSpc>
                <a:spcPts val="2200"/>
              </a:lnSpc>
            </a:pPr>
            <a:r>
              <a:rPr lang="en-US" sz="1800" b="1" dirty="0">
                <a:solidFill>
                  <a:srgbClr val="FFFFFF"/>
                </a:solidFill>
                <a:latin typeface="Calibri (MS)"/>
                <a:cs typeface="Calibri (MS)"/>
              </a:rPr>
              <a:t>▾ Sh'ma and Its Blessings</a:t>
            </a:r>
          </a:p>
          <a:p>
            <a:pPr marL="182880" indent="0" algn="l">
              <a:lnSpc>
                <a:spcPts val="2200"/>
              </a:lnSpc>
            </a:pPr>
            <a:r>
              <a:rPr lang="en-US" sz="1800" b="1" dirty="0">
                <a:solidFill>
                  <a:srgbClr val="FFFFFF"/>
                </a:solidFill>
                <a:latin typeface="Calibri (MS)"/>
                <a:cs typeface="Calibri (MS)"/>
              </a:rPr>
              <a:t>• </a:t>
            </a:r>
            <a:r>
              <a:rPr lang="en-US" sz="1800" b="1" dirty="0" err="1">
                <a:solidFill>
                  <a:srgbClr val="FFFFFF"/>
                </a:solidFill>
                <a:latin typeface="Calibri (MS)"/>
                <a:cs typeface="Calibri (MS)"/>
              </a:rPr>
              <a:t>Bar'chu</a:t>
            </a:r>
            <a:endParaRPr lang="en-US" sz="1800" b="1" dirty="0">
              <a:solidFill>
                <a:srgbClr val="FFFFFF"/>
              </a:solidFill>
              <a:latin typeface="Calibri (MS)"/>
              <a:cs typeface="Calibri (MS)"/>
            </a:endParaRPr>
          </a:p>
          <a:p>
            <a:pPr marL="182880" indent="0" algn="l">
              <a:lnSpc>
                <a:spcPts val="2200"/>
              </a:lnSpc>
            </a:pPr>
            <a:r>
              <a:rPr lang="en-US" sz="1800" dirty="0">
                <a:solidFill>
                  <a:srgbClr val="B8E3E6"/>
                </a:solidFill>
                <a:latin typeface="Calibri (MS)"/>
                <a:cs typeface="Calibri (MS)"/>
              </a:rPr>
              <a:t>• Sh'ma</a:t>
            </a:r>
          </a:p>
          <a:p>
            <a:pPr marL="182880" indent="0" algn="l">
              <a:lnSpc>
                <a:spcPts val="2200"/>
              </a:lnSpc>
            </a:pPr>
            <a:r>
              <a:rPr lang="en-US" sz="1800" dirty="0">
                <a:solidFill>
                  <a:srgbClr val="B8E3E6"/>
                </a:solidFill>
                <a:latin typeface="Calibri (MS)"/>
                <a:cs typeface="Calibri (MS)"/>
              </a:rPr>
              <a:t>• </a:t>
            </a:r>
            <a:r>
              <a:rPr lang="en-US" sz="1800" dirty="0" err="1">
                <a:solidFill>
                  <a:srgbClr val="B8E3E6"/>
                </a:solidFill>
                <a:latin typeface="Calibri (MS)"/>
                <a:cs typeface="Calibri (MS)"/>
              </a:rPr>
              <a:t>V'ahavta</a:t>
            </a:r>
            <a:endParaRPr lang="en-US" sz="1800" dirty="0">
              <a:solidFill>
                <a:srgbClr val="B8E3E6"/>
              </a:solidFill>
              <a:latin typeface="Calibri (MS)"/>
              <a:cs typeface="Calibri (MS)"/>
            </a:endParaRPr>
          </a:p>
          <a:p>
            <a:pPr marL="182880" indent="0" algn="l">
              <a:lnSpc>
                <a:spcPts val="2200"/>
              </a:lnSpc>
            </a:pPr>
            <a:r>
              <a:rPr lang="en-US" sz="1800" dirty="0">
                <a:solidFill>
                  <a:srgbClr val="B8E3E6"/>
                </a:solidFill>
                <a:latin typeface="Calibri (MS)"/>
                <a:cs typeface="Calibri (MS)"/>
              </a:rPr>
              <a:t>• Mi </a:t>
            </a:r>
            <a:r>
              <a:rPr lang="en-US" sz="1800" dirty="0" err="1">
                <a:solidFill>
                  <a:srgbClr val="B8E3E6"/>
                </a:solidFill>
                <a:latin typeface="Calibri (MS)"/>
                <a:cs typeface="Calibri (MS)"/>
              </a:rPr>
              <a:t>Chamochah</a:t>
            </a:r>
            <a:endParaRPr lang="en-US" sz="1800" dirty="0">
              <a:solidFill>
                <a:srgbClr val="B8E3E6"/>
              </a:solidFill>
              <a:latin typeface="Calibri (MS)"/>
              <a:cs typeface="Calibri (MS)"/>
            </a:endParaRPr>
          </a:p>
          <a:p>
            <a:pPr algn="l">
              <a:lnSpc>
                <a:spcPts val="2200"/>
              </a:lnSpc>
            </a:pPr>
            <a:r>
              <a:rPr lang="en-US" sz="1800" b="1" dirty="0">
                <a:solidFill>
                  <a:srgbClr val="B8E3E6"/>
                </a:solidFill>
                <a:latin typeface="Calibri (MS)"/>
                <a:cs typeface="Calibri (MS)"/>
              </a:rPr>
              <a:t>‣ Amidah</a:t>
            </a:r>
          </a:p>
          <a:p>
            <a:pPr algn="l">
              <a:lnSpc>
                <a:spcPts val="2200"/>
              </a:lnSpc>
            </a:pPr>
            <a:r>
              <a:rPr lang="en-US" sz="1800" b="1" dirty="0">
                <a:solidFill>
                  <a:srgbClr val="B8E3E6"/>
                </a:solidFill>
                <a:latin typeface="Calibri (MS)"/>
                <a:cs typeface="Calibri (MS)"/>
              </a:rPr>
              <a:t>‣ The Blessings of Our Lives</a:t>
            </a:r>
          </a:p>
          <a:p>
            <a:pPr algn="l">
              <a:lnSpc>
                <a:spcPts val="2200"/>
              </a:lnSpc>
            </a:pPr>
            <a:r>
              <a:rPr lang="en-US" sz="1800" b="1" dirty="0">
                <a:solidFill>
                  <a:srgbClr val="B8E3E6"/>
                </a:solidFill>
                <a:latin typeface="Calibri (MS)"/>
                <a:cs typeface="Calibri (MS)"/>
              </a:rPr>
              <a:t>‣ Prayers of Welcome</a:t>
            </a:r>
          </a:p>
          <a:p>
            <a:pPr algn="l">
              <a:lnSpc>
                <a:spcPts val="2200"/>
              </a:lnSpc>
            </a:pPr>
            <a:r>
              <a:rPr lang="en-US" sz="1800" b="1" dirty="0">
                <a:solidFill>
                  <a:srgbClr val="B8E3E6"/>
                </a:solidFill>
                <a:latin typeface="Calibri (MS)"/>
                <a:cs typeface="Calibri (MS)"/>
              </a:rPr>
              <a:t>‣ Conclusion</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D08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644513" y="295819"/>
            <a:ext cx="16977807" cy="2833654"/>
            <a:chOff x="0" y="0"/>
            <a:chExt cx="11858603" cy="1979241"/>
          </a:xfrm>
        </p:grpSpPr>
        <p:sp>
          <p:nvSpPr>
            <p:cNvPr id="3" name="Freeform 3"/>
            <p:cNvSpPr/>
            <p:nvPr/>
          </p:nvSpPr>
          <p:spPr>
            <a:xfrm>
              <a:off x="0" y="0"/>
              <a:ext cx="11858625" cy="1979295"/>
            </a:xfrm>
            <a:custGeom>
              <a:avLst/>
              <a:gdLst/>
              <a:ahLst/>
              <a:cxnLst/>
              <a:rect l="l" t="t" r="r" b="b"/>
              <a:pathLst>
                <a:path w="11858625" h="1979295">
                  <a:moveTo>
                    <a:pt x="0" y="0"/>
                  </a:moveTo>
                  <a:lnTo>
                    <a:pt x="11858625" y="0"/>
                  </a:lnTo>
                  <a:lnTo>
                    <a:pt x="11858625" y="1979295"/>
                  </a:lnTo>
                  <a:lnTo>
                    <a:pt x="0" y="1979295"/>
                  </a:lnTo>
                  <a:lnTo>
                    <a:pt x="0" y="0"/>
                  </a:lnTo>
                  <a:close/>
                </a:path>
              </a:pathLst>
            </a:custGeom>
            <a:blipFill>
              <a:blip r:embed="rId2"/>
              <a:stretch>
                <a:fillRect l="-95" r="-95" b="2"/>
              </a:stretch>
            </a:blipFill>
          </p:spPr>
          <p:txBody>
            <a:bodyPr/>
            <a:lstStyle/>
            <a:p>
              <a:endParaRPr lang="en-US"/>
            </a:p>
          </p:txBody>
        </p:sp>
      </p:grpSp>
      <p:grpSp>
        <p:nvGrpSpPr>
          <p:cNvPr id="4" name="Group 4"/>
          <p:cNvGrpSpPr>
            <a:grpSpLocks noChangeAspect="1"/>
          </p:cNvGrpSpPr>
          <p:nvPr/>
        </p:nvGrpSpPr>
        <p:grpSpPr>
          <a:xfrm>
            <a:off x="6866563" y="7000858"/>
            <a:ext cx="4533706" cy="2909631"/>
            <a:chOff x="0" y="0"/>
            <a:chExt cx="7516746" cy="4824078"/>
          </a:xfrm>
        </p:grpSpPr>
        <p:sp>
          <p:nvSpPr>
            <p:cNvPr id="5" name="Freeform 5"/>
            <p:cNvSpPr/>
            <p:nvPr/>
          </p:nvSpPr>
          <p:spPr>
            <a:xfrm>
              <a:off x="0" y="0"/>
              <a:ext cx="7516749" cy="4824095"/>
            </a:xfrm>
            <a:custGeom>
              <a:avLst/>
              <a:gdLst/>
              <a:ahLst/>
              <a:cxnLst/>
              <a:rect l="l" t="t" r="r" b="b"/>
              <a:pathLst>
                <a:path w="7516749" h="4824095">
                  <a:moveTo>
                    <a:pt x="0" y="0"/>
                  </a:moveTo>
                  <a:lnTo>
                    <a:pt x="7516749" y="0"/>
                  </a:lnTo>
                  <a:lnTo>
                    <a:pt x="7516749" y="4824095"/>
                  </a:lnTo>
                  <a:lnTo>
                    <a:pt x="0" y="4824095"/>
                  </a:lnTo>
                  <a:lnTo>
                    <a:pt x="0" y="0"/>
                  </a:lnTo>
                  <a:close/>
                </a:path>
              </a:pathLst>
            </a:custGeom>
            <a:blipFill>
              <a:blip r:embed="rId3"/>
              <a:stretch>
                <a:fillRect l="-16" r="-16"/>
              </a:stretch>
            </a:blipFill>
          </p:spPr>
          <p:txBody>
            <a:bodyPr/>
            <a:lstStyle/>
            <a:p>
              <a:endParaRPr lang="en-US"/>
            </a:p>
          </p:txBody>
        </p:sp>
      </p:grpSp>
      <p:sp>
        <p:nvSpPr>
          <p:cNvPr id="6" name="TextBox 6"/>
          <p:cNvSpPr txBox="1"/>
          <p:nvPr/>
        </p:nvSpPr>
        <p:spPr>
          <a:xfrm>
            <a:off x="644513" y="3107650"/>
            <a:ext cx="8144012" cy="3544443"/>
          </a:xfrm>
          <a:prstGeom prst="rect">
            <a:avLst/>
          </a:prstGeom>
        </p:spPr>
        <p:txBody>
          <a:bodyPr lIns="0" tIns="0" rIns="0" bIns="0" rtlCol="0" anchor="t">
            <a:spAutoFit/>
          </a:bodyPr>
          <a:lstStyle/>
          <a:p>
            <a:pPr algn="ctr">
              <a:lnSpc>
                <a:spcPts val="7056"/>
              </a:lnSpc>
            </a:pPr>
            <a:r>
              <a:rPr lang="en-US" sz="4200" i="1">
                <a:solidFill>
                  <a:srgbClr val="000000"/>
                </a:solidFill>
                <a:latin typeface="Helvetica Italics"/>
                <a:ea typeface="Helvetica Italics"/>
                <a:cs typeface="Helvetica Italics"/>
                <a:sym typeface="Helvetica Italics"/>
              </a:rPr>
              <a:t>Sh'ma Yisrael,</a:t>
            </a:r>
          </a:p>
          <a:p>
            <a:pPr algn="ctr">
              <a:lnSpc>
                <a:spcPts val="7056"/>
              </a:lnSpc>
            </a:pPr>
            <a:r>
              <a:rPr lang="en-US" sz="4200" i="1">
                <a:solidFill>
                  <a:srgbClr val="000000"/>
                </a:solidFill>
                <a:latin typeface="Helvetica Italics"/>
                <a:ea typeface="Helvetica Italics"/>
                <a:cs typeface="Helvetica Italics"/>
                <a:sym typeface="Helvetica Italics"/>
              </a:rPr>
              <a:t>Adonai Eloheinu, Adonai Echad!</a:t>
            </a:r>
          </a:p>
          <a:p>
            <a:pPr algn="ctr">
              <a:lnSpc>
                <a:spcPts val="7056"/>
              </a:lnSpc>
            </a:pPr>
            <a:r>
              <a:rPr lang="en-US" sz="4200" i="1">
                <a:solidFill>
                  <a:srgbClr val="000000"/>
                </a:solidFill>
                <a:latin typeface="Helvetica Italics"/>
                <a:ea typeface="Helvetica Italics"/>
                <a:cs typeface="Helvetica Italics"/>
                <a:sym typeface="Helvetica Italics"/>
              </a:rPr>
              <a:t>Baruch shem k'vod malchuto</a:t>
            </a:r>
          </a:p>
          <a:p>
            <a:pPr algn="ctr">
              <a:lnSpc>
                <a:spcPts val="7056"/>
              </a:lnSpc>
            </a:pPr>
            <a:r>
              <a:rPr lang="en-US" sz="4200" i="1">
                <a:solidFill>
                  <a:srgbClr val="000000"/>
                </a:solidFill>
                <a:latin typeface="Helvetica Italics"/>
                <a:ea typeface="Helvetica Italics"/>
                <a:cs typeface="Helvetica Italics"/>
                <a:sym typeface="Helvetica Italics"/>
              </a:rPr>
              <a:t>l'olam va-ed.</a:t>
            </a:r>
          </a:p>
        </p:txBody>
      </p:sp>
      <p:sp>
        <p:nvSpPr>
          <p:cNvPr id="7" name="TextBox 7"/>
          <p:cNvSpPr txBox="1"/>
          <p:nvPr/>
        </p:nvSpPr>
        <p:spPr>
          <a:xfrm>
            <a:off x="9144000" y="3207218"/>
            <a:ext cx="8144012" cy="3460750"/>
          </a:xfrm>
          <a:prstGeom prst="rect">
            <a:avLst/>
          </a:prstGeom>
        </p:spPr>
        <p:txBody>
          <a:bodyPr lIns="0" tIns="0" rIns="0" bIns="0" rtlCol="0" anchor="t">
            <a:spAutoFit/>
          </a:bodyPr>
          <a:lstStyle/>
          <a:p>
            <a:pPr algn="ctr" rtl="1">
              <a:lnSpc>
                <a:spcPts val="6874"/>
              </a:lnSpc>
            </a:pPr>
            <a:r>
              <a:rPr lang="he-IL" sz="5499">
                <a:solidFill>
                  <a:srgbClr val="000000"/>
                </a:solidFill>
                <a:latin typeface="David Libre"/>
                <a:ea typeface="David Libre"/>
                <a:cs typeface="David Libre"/>
                <a:sym typeface="David Libre"/>
                <a:rtl/>
              </a:rPr>
              <a:t>שְׁמַע יִשְׂרָאֵל,</a:t>
            </a:r>
          </a:p>
          <a:p>
            <a:pPr algn="ctr" rtl="1">
              <a:lnSpc>
                <a:spcPts val="6874"/>
              </a:lnSpc>
            </a:pPr>
            <a:r>
              <a:rPr lang="he-IL" sz="5499">
                <a:solidFill>
                  <a:srgbClr val="000000"/>
                </a:solidFill>
                <a:latin typeface="David Libre"/>
                <a:ea typeface="David Libre"/>
                <a:cs typeface="David Libre"/>
                <a:sym typeface="David Libre"/>
                <a:rtl/>
              </a:rPr>
              <a:t> יְהֹוָה אֱלֹהֵֽינוּ, יְהֹוָה אֶחָד!</a:t>
            </a:r>
          </a:p>
          <a:p>
            <a:pPr algn="ctr" rtl="1">
              <a:lnSpc>
                <a:spcPts val="6874"/>
              </a:lnSpc>
            </a:pPr>
            <a:r>
              <a:rPr lang="he-IL" sz="5499">
                <a:solidFill>
                  <a:srgbClr val="000000"/>
                </a:solidFill>
                <a:latin typeface="David Libre"/>
                <a:ea typeface="David Libre"/>
                <a:cs typeface="David Libre"/>
                <a:sym typeface="David Libre"/>
                <a:rtl/>
              </a:rPr>
              <a:t>בָּרוּךְ שֵׁם כְּבוֹד מַלְכוּתוֹ</a:t>
            </a:r>
          </a:p>
          <a:p>
            <a:pPr algn="ctr" rtl="1">
              <a:lnSpc>
                <a:spcPts val="6874"/>
              </a:lnSpc>
            </a:pPr>
            <a:r>
              <a:rPr lang="he-IL" sz="5499">
                <a:solidFill>
                  <a:srgbClr val="000000"/>
                </a:solidFill>
                <a:latin typeface="David Libre"/>
                <a:ea typeface="David Libre"/>
                <a:cs typeface="David Libre"/>
                <a:sym typeface="David Libre"/>
                <a:rtl/>
              </a:rPr>
              <a:t>לְעוֹלָם וָעֶד!</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9FAA"/>
        </a:solidFill>
        <a:effectLst/>
      </p:bgPr>
    </p:bg>
    <p:spTree>
      <p:nvGrpSpPr>
        <p:cNvPr id="1" name=""/>
        <p:cNvGrpSpPr/>
        <p:nvPr/>
      </p:nvGrpSpPr>
      <p:grpSpPr>
        <a:xfrm>
          <a:off x="0" y="0"/>
          <a:ext cx="0" cy="0"/>
          <a:chOff x="0" y="0"/>
          <a:chExt cx="0" cy="0"/>
        </a:xfrm>
      </p:grpSpPr>
      <p:grpSp>
        <p:nvGrpSpPr>
          <p:cNvPr id="2" name="Group 2"/>
          <p:cNvGrpSpPr/>
          <p:nvPr/>
        </p:nvGrpSpPr>
        <p:grpSpPr>
          <a:xfrm>
            <a:off x="0" y="-1096"/>
            <a:ext cx="18288000" cy="523372"/>
            <a:chOff x="0" y="0"/>
            <a:chExt cx="17198647" cy="492197"/>
          </a:xfrm>
        </p:grpSpPr>
        <p:sp>
          <p:nvSpPr>
            <p:cNvPr id="3" name="Freeform 3"/>
            <p:cNvSpPr/>
            <p:nvPr/>
          </p:nvSpPr>
          <p:spPr>
            <a:xfrm>
              <a:off x="3022" y="2286"/>
              <a:ext cx="17192677" cy="487680"/>
            </a:xfrm>
            <a:custGeom>
              <a:avLst/>
              <a:gdLst/>
              <a:ahLst/>
              <a:cxnLst/>
              <a:rect l="l" t="t" r="r" b="b"/>
              <a:pathLst>
                <a:path w="17192677" h="487680">
                  <a:moveTo>
                    <a:pt x="0" y="0"/>
                  </a:moveTo>
                  <a:lnTo>
                    <a:pt x="17192677" y="0"/>
                  </a:lnTo>
                  <a:lnTo>
                    <a:pt x="17192677" y="487680"/>
                  </a:lnTo>
                  <a:lnTo>
                    <a:pt x="0" y="487680"/>
                  </a:lnTo>
                  <a:close/>
                </a:path>
              </a:pathLst>
            </a:custGeom>
            <a:solidFill>
              <a:srgbClr val="4565AB"/>
            </a:solidFill>
          </p:spPr>
          <p:txBody>
            <a:bodyPr/>
            <a:lstStyle/>
            <a:p>
              <a:endParaRPr lang="en-US"/>
            </a:p>
          </p:txBody>
        </p:sp>
      </p:grpSp>
      <p:sp>
        <p:nvSpPr>
          <p:cNvPr id="4" name="TextBox 4"/>
          <p:cNvSpPr txBox="1"/>
          <p:nvPr/>
        </p:nvSpPr>
        <p:spPr>
          <a:xfrm>
            <a:off x="832511" y="982170"/>
            <a:ext cx="6865921" cy="7144560"/>
          </a:xfrm>
          <a:prstGeom prst="rect">
            <a:avLst/>
          </a:prstGeom>
        </p:spPr>
        <p:txBody>
          <a:bodyPr lIns="0" tIns="0" rIns="0" bIns="0" rtlCol="0" anchor="t">
            <a:spAutoFit/>
          </a:bodyPr>
          <a:lstStyle/>
          <a:p>
            <a:pPr algn="l">
              <a:lnSpc>
                <a:spcPts val="6352"/>
              </a:lnSpc>
            </a:pPr>
            <a:r>
              <a:rPr lang="en-US" sz="3528">
                <a:solidFill>
                  <a:srgbClr val="000000"/>
                </a:solidFill>
                <a:latin typeface="Helvetica"/>
                <a:ea typeface="Helvetica"/>
                <a:cs typeface="Helvetica"/>
                <a:sym typeface="Helvetica"/>
              </a:rPr>
              <a:t>You shall love Adonai your God </a:t>
            </a:r>
          </a:p>
          <a:p>
            <a:pPr algn="l">
              <a:lnSpc>
                <a:spcPts val="6352"/>
              </a:lnSpc>
            </a:pPr>
            <a:r>
              <a:rPr lang="en-US" sz="3528">
                <a:solidFill>
                  <a:srgbClr val="000000"/>
                </a:solidFill>
                <a:latin typeface="Helvetica"/>
                <a:ea typeface="Helvetica"/>
                <a:cs typeface="Helvetica"/>
                <a:sym typeface="Helvetica"/>
              </a:rPr>
              <a:t>with all your heart, </a:t>
            </a:r>
          </a:p>
          <a:p>
            <a:pPr algn="l">
              <a:lnSpc>
                <a:spcPts val="6352"/>
              </a:lnSpc>
            </a:pPr>
            <a:r>
              <a:rPr lang="en-US" sz="3528">
                <a:solidFill>
                  <a:srgbClr val="000000"/>
                </a:solidFill>
                <a:latin typeface="Helvetica"/>
                <a:ea typeface="Helvetica"/>
                <a:cs typeface="Helvetica"/>
                <a:sym typeface="Helvetica"/>
              </a:rPr>
              <a:t>with all your soul, </a:t>
            </a:r>
          </a:p>
          <a:p>
            <a:pPr algn="l">
              <a:lnSpc>
                <a:spcPts val="6352"/>
              </a:lnSpc>
            </a:pPr>
            <a:r>
              <a:rPr lang="en-US" sz="3528">
                <a:solidFill>
                  <a:srgbClr val="000000"/>
                </a:solidFill>
                <a:latin typeface="Helvetica"/>
                <a:ea typeface="Helvetica"/>
                <a:cs typeface="Helvetica"/>
                <a:sym typeface="Helvetica"/>
              </a:rPr>
              <a:t>and with all your might. </a:t>
            </a:r>
          </a:p>
          <a:p>
            <a:pPr algn="l">
              <a:lnSpc>
                <a:spcPts val="6352"/>
              </a:lnSpc>
            </a:pPr>
            <a:endParaRPr lang="en-US" sz="3528">
              <a:solidFill>
                <a:srgbClr val="000000"/>
              </a:solidFill>
              <a:latin typeface="Helvetica"/>
              <a:ea typeface="Helvetica"/>
              <a:cs typeface="Helvetica"/>
              <a:sym typeface="Helvetica"/>
            </a:endParaRPr>
          </a:p>
          <a:p>
            <a:pPr algn="l">
              <a:lnSpc>
                <a:spcPts val="6352"/>
              </a:lnSpc>
            </a:pPr>
            <a:r>
              <a:rPr lang="en-US" sz="3528">
                <a:solidFill>
                  <a:srgbClr val="000000"/>
                </a:solidFill>
                <a:latin typeface="Helvetica"/>
                <a:ea typeface="Helvetica"/>
                <a:cs typeface="Helvetica"/>
                <a:sym typeface="Helvetica"/>
              </a:rPr>
              <a:t>Place the words</a:t>
            </a:r>
          </a:p>
          <a:p>
            <a:pPr algn="l">
              <a:lnSpc>
                <a:spcPts val="6352"/>
              </a:lnSpc>
            </a:pPr>
            <a:r>
              <a:rPr lang="en-US" sz="3528">
                <a:solidFill>
                  <a:srgbClr val="000000"/>
                </a:solidFill>
                <a:latin typeface="Helvetica"/>
                <a:ea typeface="Helvetica"/>
                <a:cs typeface="Helvetica"/>
                <a:sym typeface="Helvetica"/>
              </a:rPr>
              <a:t>I command you today</a:t>
            </a:r>
          </a:p>
          <a:p>
            <a:pPr algn="l">
              <a:lnSpc>
                <a:spcPts val="6352"/>
              </a:lnSpc>
            </a:pPr>
            <a:r>
              <a:rPr lang="en-US" sz="3528">
                <a:solidFill>
                  <a:srgbClr val="000000"/>
                </a:solidFill>
                <a:latin typeface="Helvetica"/>
                <a:ea typeface="Helvetica"/>
                <a:cs typeface="Helvetica"/>
                <a:sym typeface="Helvetica"/>
              </a:rPr>
              <a:t>on your heart. </a:t>
            </a:r>
          </a:p>
          <a:p>
            <a:pPr algn="l">
              <a:lnSpc>
                <a:spcPts val="6352"/>
              </a:lnSpc>
            </a:pPr>
            <a:r>
              <a:rPr lang="en-US" sz="3528">
                <a:solidFill>
                  <a:srgbClr val="000000"/>
                </a:solidFill>
                <a:latin typeface="Helvetica"/>
                <a:ea typeface="Helvetica"/>
                <a:cs typeface="Helvetica"/>
                <a:sym typeface="Helvetica"/>
              </a:rPr>
              <a:t>…</a:t>
            </a:r>
          </a:p>
        </p:txBody>
      </p:sp>
      <p:sp>
        <p:nvSpPr>
          <p:cNvPr id="5" name="TextBox 5"/>
          <p:cNvSpPr txBox="1"/>
          <p:nvPr/>
        </p:nvSpPr>
        <p:spPr>
          <a:xfrm>
            <a:off x="12743806" y="952500"/>
            <a:ext cx="4710728" cy="7174230"/>
          </a:xfrm>
          <a:prstGeom prst="rect">
            <a:avLst/>
          </a:prstGeom>
        </p:spPr>
        <p:txBody>
          <a:bodyPr lIns="0" tIns="0" rIns="0" bIns="0" rtlCol="0" anchor="t">
            <a:spAutoFit/>
          </a:bodyPr>
          <a:lstStyle/>
          <a:p>
            <a:pPr algn="r" rtl="1">
              <a:lnSpc>
                <a:spcPts val="6300"/>
              </a:lnSpc>
            </a:pPr>
            <a:r>
              <a:rPr lang="he-IL" sz="4200">
                <a:solidFill>
                  <a:srgbClr val="000000"/>
                </a:solidFill>
                <a:latin typeface="David Libre"/>
                <a:ea typeface="David Libre"/>
                <a:cs typeface="David Libre"/>
                <a:sym typeface="David Libre"/>
                <a:rtl/>
              </a:rPr>
              <a:t>וְאָהַבְתָּ אֵת יְהֹוָה אֱלֹהֶֽיךָ בְּכָל֯־לְ֯בָבְ֒ךָ</a:t>
            </a:r>
          </a:p>
          <a:p>
            <a:pPr algn="r" rtl="1">
              <a:lnSpc>
                <a:spcPts val="6300"/>
              </a:lnSpc>
            </a:pPr>
            <a:r>
              <a:rPr lang="he-IL" sz="4200">
                <a:solidFill>
                  <a:srgbClr val="000000"/>
                </a:solidFill>
                <a:latin typeface="David Libre"/>
                <a:ea typeface="David Libre"/>
                <a:cs typeface="David Libre"/>
                <a:sym typeface="David Libre"/>
                <a:rtl/>
              </a:rPr>
              <a:t>וּבְכָל־נַפְשְׁ֒ךָ</a:t>
            </a:r>
          </a:p>
          <a:p>
            <a:pPr algn="r" rtl="1">
              <a:lnSpc>
                <a:spcPts val="6300"/>
              </a:lnSpc>
            </a:pPr>
            <a:r>
              <a:rPr lang="he-IL" sz="4200">
                <a:solidFill>
                  <a:srgbClr val="000000"/>
                </a:solidFill>
                <a:latin typeface="David Libre"/>
                <a:ea typeface="David Libre"/>
                <a:cs typeface="David Libre"/>
                <a:sym typeface="David Libre"/>
                <a:rtl/>
              </a:rPr>
              <a:t>וּבְכָל־מְאֹדֶֽךָ:</a:t>
            </a:r>
          </a:p>
          <a:p>
            <a:pPr algn="r" rtl="1">
              <a:lnSpc>
                <a:spcPts val="6300"/>
              </a:lnSpc>
            </a:pPr>
            <a:endParaRPr lang="he-IL" sz="4200">
              <a:solidFill>
                <a:srgbClr val="000000"/>
              </a:solidFill>
              <a:latin typeface="David Libre"/>
              <a:ea typeface="David Libre"/>
              <a:cs typeface="David Libre"/>
              <a:sym typeface="David Libre"/>
              <a:rtl/>
            </a:endParaRPr>
          </a:p>
          <a:p>
            <a:pPr algn="r" rtl="1">
              <a:lnSpc>
                <a:spcPts val="6300"/>
              </a:lnSpc>
            </a:pPr>
            <a:r>
              <a:rPr lang="he-IL" sz="4200">
                <a:solidFill>
                  <a:srgbClr val="000000"/>
                </a:solidFill>
                <a:latin typeface="David Libre"/>
                <a:ea typeface="David Libre"/>
                <a:cs typeface="David Libre"/>
                <a:sym typeface="David Libre"/>
                <a:rtl/>
              </a:rPr>
              <a:t>וְהָיוּ הַדְּ֒בָרִים הָאֵֽלֶּה</a:t>
            </a:r>
          </a:p>
          <a:p>
            <a:pPr algn="r" rtl="1">
              <a:lnSpc>
                <a:spcPts val="6300"/>
              </a:lnSpc>
            </a:pPr>
            <a:r>
              <a:rPr lang="he-IL" sz="4200">
                <a:solidFill>
                  <a:srgbClr val="000000"/>
                </a:solidFill>
                <a:latin typeface="David Libre"/>
                <a:ea typeface="David Libre"/>
                <a:cs typeface="David Libre"/>
                <a:sym typeface="David Libre"/>
                <a:rtl/>
              </a:rPr>
              <a:t>אֲשֶׁר֯ אָ֯נֹכִי מְצַוְּ֒ךָ</a:t>
            </a:r>
          </a:p>
          <a:p>
            <a:pPr algn="r" rtl="1">
              <a:lnSpc>
                <a:spcPts val="6300"/>
              </a:lnSpc>
            </a:pPr>
            <a:r>
              <a:rPr lang="he-IL" sz="4200">
                <a:solidFill>
                  <a:srgbClr val="000000"/>
                </a:solidFill>
                <a:latin typeface="David Libre"/>
                <a:ea typeface="David Libre"/>
                <a:cs typeface="David Libre"/>
                <a:sym typeface="David Libre"/>
                <a:rtl/>
              </a:rPr>
              <a:t>הַיּוֹם עַל֯־לְ֯בָבֶֽךָ:</a:t>
            </a:r>
          </a:p>
          <a:p>
            <a:pPr algn="r">
              <a:lnSpc>
                <a:spcPts val="6300"/>
              </a:lnSpc>
            </a:pPr>
            <a:r>
              <a:rPr lang="en-US" sz="4200">
                <a:solidFill>
                  <a:srgbClr val="000000"/>
                </a:solidFill>
                <a:latin typeface="David Libre"/>
                <a:ea typeface="David Libre"/>
                <a:cs typeface="David Libre"/>
                <a:sym typeface="David Libre"/>
              </a:rPr>
              <a:t>...</a:t>
            </a:r>
          </a:p>
        </p:txBody>
      </p:sp>
      <p:grpSp>
        <p:nvGrpSpPr>
          <p:cNvPr id="6" name="Group 6"/>
          <p:cNvGrpSpPr>
            <a:grpSpLocks noChangeAspect="1"/>
          </p:cNvGrpSpPr>
          <p:nvPr/>
        </p:nvGrpSpPr>
        <p:grpSpPr>
          <a:xfrm>
            <a:off x="8217396" y="3963816"/>
            <a:ext cx="2122027" cy="5889298"/>
            <a:chOff x="0" y="0"/>
            <a:chExt cx="1744937" cy="4842753"/>
          </a:xfrm>
        </p:grpSpPr>
        <p:sp>
          <p:nvSpPr>
            <p:cNvPr id="7" name="Freeform 7"/>
            <p:cNvSpPr/>
            <p:nvPr/>
          </p:nvSpPr>
          <p:spPr>
            <a:xfrm>
              <a:off x="0" y="0"/>
              <a:ext cx="1744980" cy="4842764"/>
            </a:xfrm>
            <a:custGeom>
              <a:avLst/>
              <a:gdLst/>
              <a:ahLst/>
              <a:cxnLst/>
              <a:rect l="l" t="t" r="r" b="b"/>
              <a:pathLst>
                <a:path w="1744980" h="4842764">
                  <a:moveTo>
                    <a:pt x="0" y="0"/>
                  </a:moveTo>
                  <a:lnTo>
                    <a:pt x="1744980" y="0"/>
                  </a:lnTo>
                  <a:lnTo>
                    <a:pt x="1744980" y="4842764"/>
                  </a:lnTo>
                  <a:lnTo>
                    <a:pt x="0" y="4842764"/>
                  </a:lnTo>
                  <a:lnTo>
                    <a:pt x="0" y="0"/>
                  </a:lnTo>
                  <a:close/>
                </a:path>
              </a:pathLst>
            </a:custGeom>
            <a:blipFill>
              <a:blip r:embed="rId2"/>
              <a:stretch>
                <a:fillRect t="-82" r="2" b="-82"/>
              </a:stretch>
            </a:blipFill>
          </p:spPr>
          <p:txBody>
            <a:bodyPr/>
            <a:lstStyle/>
            <a:p>
              <a:endParaRPr lang="en-US"/>
            </a:p>
          </p:txBody>
        </p:sp>
      </p:grpSp>
      <p:grpSp>
        <p:nvGrpSpPr>
          <p:cNvPr id="8" name="Group 8"/>
          <p:cNvGrpSpPr/>
          <p:nvPr/>
        </p:nvGrpSpPr>
        <p:grpSpPr>
          <a:xfrm>
            <a:off x="150790" y="147044"/>
            <a:ext cx="5453045" cy="306007"/>
            <a:chOff x="0" y="0"/>
            <a:chExt cx="5128226" cy="287779"/>
          </a:xfrm>
        </p:grpSpPr>
        <p:sp>
          <p:nvSpPr>
            <p:cNvPr id="9" name="Freeform 9"/>
            <p:cNvSpPr/>
            <p:nvPr/>
          </p:nvSpPr>
          <p:spPr>
            <a:xfrm>
              <a:off x="0" y="0"/>
              <a:ext cx="5128226" cy="287779"/>
            </a:xfrm>
            <a:custGeom>
              <a:avLst/>
              <a:gdLst/>
              <a:ahLst/>
              <a:cxnLst/>
              <a:rect l="l" t="t" r="r" b="b"/>
              <a:pathLst>
                <a:path w="5128226" h="287779">
                  <a:moveTo>
                    <a:pt x="0" y="0"/>
                  </a:moveTo>
                  <a:lnTo>
                    <a:pt x="5128226" y="0"/>
                  </a:lnTo>
                  <a:lnTo>
                    <a:pt x="5128226" y="287779"/>
                  </a:lnTo>
                  <a:lnTo>
                    <a:pt x="0" y="287779"/>
                  </a:lnTo>
                  <a:close/>
                </a:path>
              </a:pathLst>
            </a:custGeom>
          </p:spPr>
          <p:txBody>
            <a:bodyPr/>
            <a:lstStyle/>
            <a:p>
              <a:endParaRPr lang="en-US"/>
            </a:p>
          </p:txBody>
        </p:sp>
        <p:sp>
          <p:nvSpPr>
            <p:cNvPr id="10" name="TextBox 10"/>
            <p:cNvSpPr txBox="1"/>
            <p:nvPr/>
          </p:nvSpPr>
          <p:spPr>
            <a:xfrm>
              <a:off x="0" y="-19050"/>
              <a:ext cx="5128226" cy="306829"/>
            </a:xfrm>
            <a:prstGeom prst="rect">
              <a:avLst/>
            </a:prstGeom>
          </p:spPr>
          <p:txBody>
            <a:bodyPr lIns="0" tIns="0" rIns="0" bIns="0" rtlCol="0" anchor="ctr"/>
            <a:lstStyle/>
            <a:p>
              <a:pPr algn="l">
                <a:lnSpc>
                  <a:spcPts val="2041"/>
                </a:lnSpc>
              </a:pPr>
              <a:r>
                <a:rPr lang="en-US" sz="1701" b="1">
                  <a:solidFill>
                    <a:srgbClr val="EFAC4B"/>
                  </a:solidFill>
                  <a:latin typeface="Helvetica Bold"/>
                  <a:ea typeface="Helvetica Bold"/>
                  <a:cs typeface="Helvetica Bold"/>
                  <a:sym typeface="Helvetica Bold"/>
                </a:rPr>
                <a:t>SH'MA AND ITS BLESSING </a:t>
              </a:r>
              <a:r>
                <a:rPr lang="en-US" sz="1701">
                  <a:solidFill>
                    <a:srgbClr val="EFAC4B"/>
                  </a:solidFill>
                  <a:latin typeface="Helvetica"/>
                  <a:ea typeface="Helvetica"/>
                  <a:cs typeface="Helvetica"/>
                  <a:sym typeface="Helvetica"/>
                </a:rPr>
                <a:t>| </a:t>
              </a:r>
              <a:r>
                <a:rPr lang="en-US" sz="1701" b="1" i="1">
                  <a:solidFill>
                    <a:srgbClr val="EFAC4B"/>
                  </a:solidFill>
                  <a:latin typeface="Helvetica Bold Italics"/>
                  <a:ea typeface="Helvetica Bold Italics"/>
                  <a:cs typeface="Helvetica Bold Italics"/>
                  <a:sym typeface="Helvetica Bold Italics"/>
                </a:rPr>
                <a:t>SH'MA UVIRCHOTEHA</a:t>
              </a:r>
            </a:p>
          </p:txBody>
        </p:sp>
      </p:grpSp>
      <p:grpSp>
        <p:nvGrpSpPr>
          <p:cNvPr id="11" name="Group 11"/>
          <p:cNvGrpSpPr>
            <a:grpSpLocks noChangeAspect="1"/>
          </p:cNvGrpSpPr>
          <p:nvPr/>
        </p:nvGrpSpPr>
        <p:grpSpPr>
          <a:xfrm>
            <a:off x="16172158" y="12650"/>
            <a:ext cx="1913686" cy="495882"/>
            <a:chOff x="0" y="0"/>
            <a:chExt cx="1799694" cy="466344"/>
          </a:xfrm>
        </p:grpSpPr>
        <p:sp>
          <p:nvSpPr>
            <p:cNvPr id="12" name="Freeform 12"/>
            <p:cNvSpPr/>
            <p:nvPr/>
          </p:nvSpPr>
          <p:spPr>
            <a:xfrm>
              <a:off x="0" y="0"/>
              <a:ext cx="1799717" cy="466344"/>
            </a:xfrm>
            <a:custGeom>
              <a:avLst/>
              <a:gdLst/>
              <a:ahLst/>
              <a:cxnLst/>
              <a:rect l="l" t="t" r="r" b="b"/>
              <a:pathLst>
                <a:path w="1799717" h="466344">
                  <a:moveTo>
                    <a:pt x="0" y="0"/>
                  </a:moveTo>
                  <a:lnTo>
                    <a:pt x="1799717" y="0"/>
                  </a:lnTo>
                  <a:lnTo>
                    <a:pt x="1799717" y="466344"/>
                  </a:lnTo>
                  <a:lnTo>
                    <a:pt x="0" y="466344"/>
                  </a:lnTo>
                  <a:lnTo>
                    <a:pt x="0" y="0"/>
                  </a:lnTo>
                  <a:close/>
                </a:path>
              </a:pathLst>
            </a:custGeom>
            <a:blipFill>
              <a:blip r:embed="rId3"/>
              <a:stretch>
                <a:fillRect r="1"/>
              </a:stretch>
            </a:blipFill>
          </p:spPr>
          <p:txBody>
            <a:bodyPr/>
            <a:lstStyle/>
            <a:p>
              <a:endParaRPr lang="en-US"/>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circl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9FAA"/>
        </a:solidFill>
        <a:effectLst/>
      </p:bgPr>
    </p:bg>
    <p:spTree>
      <p:nvGrpSpPr>
        <p:cNvPr id="1" name=""/>
        <p:cNvGrpSpPr/>
        <p:nvPr/>
      </p:nvGrpSpPr>
      <p:grpSpPr>
        <a:xfrm>
          <a:off x="0" y="0"/>
          <a:ext cx="0" cy="0"/>
          <a:chOff x="0" y="0"/>
          <a:chExt cx="0" cy="0"/>
        </a:xfrm>
      </p:grpSpPr>
      <p:grpSp>
        <p:nvGrpSpPr>
          <p:cNvPr id="2" name="Group 2"/>
          <p:cNvGrpSpPr/>
          <p:nvPr/>
        </p:nvGrpSpPr>
        <p:grpSpPr>
          <a:xfrm>
            <a:off x="0" y="-1096"/>
            <a:ext cx="18288000" cy="523372"/>
            <a:chOff x="0" y="0"/>
            <a:chExt cx="17198647" cy="492197"/>
          </a:xfrm>
        </p:grpSpPr>
        <p:sp>
          <p:nvSpPr>
            <p:cNvPr id="3" name="Freeform 3"/>
            <p:cNvSpPr/>
            <p:nvPr/>
          </p:nvSpPr>
          <p:spPr>
            <a:xfrm>
              <a:off x="3022" y="2286"/>
              <a:ext cx="17192677" cy="487680"/>
            </a:xfrm>
            <a:custGeom>
              <a:avLst/>
              <a:gdLst/>
              <a:ahLst/>
              <a:cxnLst/>
              <a:rect l="l" t="t" r="r" b="b"/>
              <a:pathLst>
                <a:path w="17192677" h="487680">
                  <a:moveTo>
                    <a:pt x="0" y="0"/>
                  </a:moveTo>
                  <a:lnTo>
                    <a:pt x="17192677" y="0"/>
                  </a:lnTo>
                  <a:lnTo>
                    <a:pt x="17192677" y="487680"/>
                  </a:lnTo>
                  <a:lnTo>
                    <a:pt x="0" y="487680"/>
                  </a:lnTo>
                  <a:close/>
                </a:path>
              </a:pathLst>
            </a:custGeom>
            <a:solidFill>
              <a:srgbClr val="4565AB"/>
            </a:solidFill>
          </p:spPr>
          <p:txBody>
            <a:bodyPr/>
            <a:lstStyle/>
            <a:p>
              <a:endParaRPr lang="en-US"/>
            </a:p>
          </p:txBody>
        </p:sp>
      </p:grpSp>
      <p:grpSp>
        <p:nvGrpSpPr>
          <p:cNvPr id="4" name="Group 4"/>
          <p:cNvGrpSpPr/>
          <p:nvPr/>
        </p:nvGrpSpPr>
        <p:grpSpPr>
          <a:xfrm>
            <a:off x="150790" y="147044"/>
            <a:ext cx="5453045" cy="306007"/>
            <a:chOff x="0" y="0"/>
            <a:chExt cx="5128226" cy="287779"/>
          </a:xfrm>
        </p:grpSpPr>
        <p:sp>
          <p:nvSpPr>
            <p:cNvPr id="5" name="Freeform 5"/>
            <p:cNvSpPr/>
            <p:nvPr/>
          </p:nvSpPr>
          <p:spPr>
            <a:xfrm>
              <a:off x="0" y="0"/>
              <a:ext cx="5128226" cy="287779"/>
            </a:xfrm>
            <a:custGeom>
              <a:avLst/>
              <a:gdLst/>
              <a:ahLst/>
              <a:cxnLst/>
              <a:rect l="l" t="t" r="r" b="b"/>
              <a:pathLst>
                <a:path w="5128226" h="287779">
                  <a:moveTo>
                    <a:pt x="0" y="0"/>
                  </a:moveTo>
                  <a:lnTo>
                    <a:pt x="5128226" y="0"/>
                  </a:lnTo>
                  <a:lnTo>
                    <a:pt x="5128226" y="287779"/>
                  </a:lnTo>
                  <a:lnTo>
                    <a:pt x="0" y="287779"/>
                  </a:lnTo>
                  <a:close/>
                </a:path>
              </a:pathLst>
            </a:custGeom>
          </p:spPr>
          <p:txBody>
            <a:bodyPr/>
            <a:lstStyle/>
            <a:p>
              <a:endParaRPr lang="en-US"/>
            </a:p>
          </p:txBody>
        </p:sp>
        <p:sp>
          <p:nvSpPr>
            <p:cNvPr id="6" name="TextBox 6"/>
            <p:cNvSpPr txBox="1"/>
            <p:nvPr/>
          </p:nvSpPr>
          <p:spPr>
            <a:xfrm>
              <a:off x="0" y="-19050"/>
              <a:ext cx="5128226" cy="306829"/>
            </a:xfrm>
            <a:prstGeom prst="rect">
              <a:avLst/>
            </a:prstGeom>
          </p:spPr>
          <p:txBody>
            <a:bodyPr lIns="0" tIns="0" rIns="0" bIns="0" rtlCol="0" anchor="ctr"/>
            <a:lstStyle/>
            <a:p>
              <a:pPr algn="l">
                <a:lnSpc>
                  <a:spcPts val="2041"/>
                </a:lnSpc>
              </a:pPr>
              <a:r>
                <a:rPr lang="en-US" sz="1701" b="1">
                  <a:solidFill>
                    <a:srgbClr val="EFAC4B"/>
                  </a:solidFill>
                  <a:latin typeface="Helvetica Bold"/>
                  <a:ea typeface="Helvetica Bold"/>
                  <a:cs typeface="Helvetica Bold"/>
                  <a:sym typeface="Helvetica Bold"/>
                </a:rPr>
                <a:t>SH'MA AND ITS BLESSING </a:t>
              </a:r>
              <a:r>
                <a:rPr lang="en-US" sz="1701">
                  <a:solidFill>
                    <a:srgbClr val="EFAC4B"/>
                  </a:solidFill>
                  <a:latin typeface="Helvetica"/>
                  <a:ea typeface="Helvetica"/>
                  <a:cs typeface="Helvetica"/>
                  <a:sym typeface="Helvetica"/>
                </a:rPr>
                <a:t>| </a:t>
              </a:r>
              <a:r>
                <a:rPr lang="en-US" sz="1701" b="1" i="1">
                  <a:solidFill>
                    <a:srgbClr val="EFAC4B"/>
                  </a:solidFill>
                  <a:latin typeface="Helvetica Bold Italics"/>
                  <a:ea typeface="Helvetica Bold Italics"/>
                  <a:cs typeface="Helvetica Bold Italics"/>
                  <a:sym typeface="Helvetica Bold Italics"/>
                </a:rPr>
                <a:t>SH'MA UVIRCHOTEHA</a:t>
              </a:r>
            </a:p>
          </p:txBody>
        </p:sp>
      </p:grpSp>
      <p:grpSp>
        <p:nvGrpSpPr>
          <p:cNvPr id="7" name="Group 7"/>
          <p:cNvGrpSpPr>
            <a:grpSpLocks noChangeAspect="1"/>
          </p:cNvGrpSpPr>
          <p:nvPr/>
        </p:nvGrpSpPr>
        <p:grpSpPr>
          <a:xfrm>
            <a:off x="16172158" y="12650"/>
            <a:ext cx="1913686" cy="495882"/>
            <a:chOff x="0" y="0"/>
            <a:chExt cx="1799694" cy="466344"/>
          </a:xfrm>
        </p:grpSpPr>
        <p:sp>
          <p:nvSpPr>
            <p:cNvPr id="8" name="Freeform 8"/>
            <p:cNvSpPr/>
            <p:nvPr/>
          </p:nvSpPr>
          <p:spPr>
            <a:xfrm>
              <a:off x="0" y="0"/>
              <a:ext cx="1799717" cy="466344"/>
            </a:xfrm>
            <a:custGeom>
              <a:avLst/>
              <a:gdLst/>
              <a:ahLst/>
              <a:cxnLst/>
              <a:rect l="l" t="t" r="r" b="b"/>
              <a:pathLst>
                <a:path w="1799717" h="466344">
                  <a:moveTo>
                    <a:pt x="0" y="0"/>
                  </a:moveTo>
                  <a:lnTo>
                    <a:pt x="1799717" y="0"/>
                  </a:lnTo>
                  <a:lnTo>
                    <a:pt x="1799717" y="466344"/>
                  </a:lnTo>
                  <a:lnTo>
                    <a:pt x="0" y="466344"/>
                  </a:lnTo>
                  <a:lnTo>
                    <a:pt x="0" y="0"/>
                  </a:lnTo>
                  <a:close/>
                </a:path>
              </a:pathLst>
            </a:custGeom>
            <a:blipFill>
              <a:blip r:embed="rId2"/>
              <a:stretch>
                <a:fillRect r="1"/>
              </a:stretch>
            </a:blipFill>
          </p:spPr>
          <p:txBody>
            <a:bodyPr/>
            <a:lstStyle/>
            <a:p>
              <a:endParaRPr lang="en-US"/>
            </a:p>
          </p:txBody>
        </p:sp>
      </p:grpSp>
      <p:sp>
        <p:nvSpPr>
          <p:cNvPr id="9" name="TextBox 9"/>
          <p:cNvSpPr txBox="1"/>
          <p:nvPr/>
        </p:nvSpPr>
        <p:spPr>
          <a:xfrm>
            <a:off x="796518" y="1001220"/>
            <a:ext cx="6787680" cy="8652508"/>
          </a:xfrm>
          <a:prstGeom prst="rect">
            <a:avLst/>
          </a:prstGeom>
        </p:spPr>
        <p:txBody>
          <a:bodyPr lIns="0" tIns="0" rIns="0" bIns="0" rtlCol="0" anchor="t">
            <a:spAutoFit/>
          </a:bodyPr>
          <a:lstStyle/>
          <a:p>
            <a:pPr algn="l">
              <a:lnSpc>
                <a:spcPts val="5760"/>
              </a:lnSpc>
            </a:pPr>
            <a:r>
              <a:rPr lang="en-US" sz="3200">
                <a:solidFill>
                  <a:srgbClr val="000000"/>
                </a:solidFill>
                <a:latin typeface="Helvetica"/>
                <a:ea typeface="Helvetica"/>
                <a:cs typeface="Helvetica"/>
                <a:sym typeface="Helvetica"/>
              </a:rPr>
              <a:t>Repeat them to your children </a:t>
            </a:r>
          </a:p>
          <a:p>
            <a:pPr algn="l">
              <a:lnSpc>
                <a:spcPts val="5760"/>
              </a:lnSpc>
            </a:pPr>
            <a:r>
              <a:rPr lang="en-US" sz="3200">
                <a:solidFill>
                  <a:srgbClr val="000000"/>
                </a:solidFill>
                <a:latin typeface="Helvetica"/>
                <a:ea typeface="Helvetica"/>
                <a:cs typeface="Helvetica"/>
                <a:sym typeface="Helvetica"/>
              </a:rPr>
              <a:t>and speak them</a:t>
            </a:r>
          </a:p>
          <a:p>
            <a:pPr algn="l">
              <a:lnSpc>
                <a:spcPts val="5760"/>
              </a:lnSpc>
            </a:pPr>
            <a:r>
              <a:rPr lang="en-US" sz="3200">
                <a:solidFill>
                  <a:srgbClr val="000000"/>
                </a:solidFill>
                <a:latin typeface="Helvetica"/>
                <a:ea typeface="Helvetica"/>
                <a:cs typeface="Helvetica"/>
                <a:sym typeface="Helvetica"/>
              </a:rPr>
              <a:t>when you sit at home</a:t>
            </a:r>
          </a:p>
          <a:p>
            <a:pPr algn="l">
              <a:lnSpc>
                <a:spcPts val="5760"/>
              </a:lnSpc>
            </a:pPr>
            <a:r>
              <a:rPr lang="en-US" sz="3200">
                <a:solidFill>
                  <a:srgbClr val="000000"/>
                </a:solidFill>
                <a:latin typeface="Helvetica"/>
                <a:ea typeface="Helvetica"/>
                <a:cs typeface="Helvetica"/>
                <a:sym typeface="Helvetica"/>
              </a:rPr>
              <a:t>and when you walk on the street,</a:t>
            </a:r>
          </a:p>
          <a:p>
            <a:pPr algn="l">
              <a:lnSpc>
                <a:spcPts val="5760"/>
              </a:lnSpc>
            </a:pPr>
            <a:r>
              <a:rPr lang="en-US" sz="3200">
                <a:solidFill>
                  <a:srgbClr val="000000"/>
                </a:solidFill>
                <a:latin typeface="Helvetica"/>
                <a:ea typeface="Helvetica"/>
                <a:cs typeface="Helvetica"/>
                <a:sym typeface="Helvetica"/>
              </a:rPr>
              <a:t>when you lie down </a:t>
            </a:r>
          </a:p>
          <a:p>
            <a:pPr algn="l">
              <a:lnSpc>
                <a:spcPts val="5760"/>
              </a:lnSpc>
            </a:pPr>
            <a:r>
              <a:rPr lang="en-US" sz="3200">
                <a:solidFill>
                  <a:srgbClr val="000000"/>
                </a:solidFill>
                <a:latin typeface="Helvetica"/>
                <a:ea typeface="Helvetica"/>
                <a:cs typeface="Helvetica"/>
                <a:sym typeface="Helvetica"/>
              </a:rPr>
              <a:t>and when you get up. </a:t>
            </a:r>
          </a:p>
          <a:p>
            <a:pPr algn="l">
              <a:lnSpc>
                <a:spcPts val="5760"/>
              </a:lnSpc>
            </a:pPr>
            <a:r>
              <a:rPr lang="en-US" sz="3200">
                <a:solidFill>
                  <a:srgbClr val="000000"/>
                </a:solidFill>
                <a:latin typeface="Helvetica"/>
                <a:ea typeface="Helvetica"/>
                <a:cs typeface="Helvetica"/>
                <a:sym typeface="Helvetica"/>
              </a:rPr>
              <a:t>Tie them as a sign on your hand, </a:t>
            </a:r>
          </a:p>
          <a:p>
            <a:pPr algn="l">
              <a:lnSpc>
                <a:spcPts val="5760"/>
              </a:lnSpc>
            </a:pPr>
            <a:r>
              <a:rPr lang="en-US" sz="3200">
                <a:solidFill>
                  <a:srgbClr val="000000"/>
                </a:solidFill>
                <a:latin typeface="Helvetica"/>
                <a:ea typeface="Helvetica"/>
                <a:cs typeface="Helvetica"/>
                <a:sym typeface="Helvetica"/>
              </a:rPr>
              <a:t>and let them be a symbol </a:t>
            </a:r>
          </a:p>
          <a:p>
            <a:pPr algn="l">
              <a:lnSpc>
                <a:spcPts val="5760"/>
              </a:lnSpc>
            </a:pPr>
            <a:r>
              <a:rPr lang="en-US" sz="3200">
                <a:solidFill>
                  <a:srgbClr val="000000"/>
                </a:solidFill>
                <a:latin typeface="Helvetica"/>
                <a:ea typeface="Helvetica"/>
                <a:cs typeface="Helvetica"/>
                <a:sym typeface="Helvetica"/>
              </a:rPr>
              <a:t>between your eyes.</a:t>
            </a:r>
          </a:p>
          <a:p>
            <a:pPr algn="l">
              <a:lnSpc>
                <a:spcPts val="5760"/>
              </a:lnSpc>
            </a:pPr>
            <a:r>
              <a:rPr lang="en-US" sz="3200">
                <a:solidFill>
                  <a:srgbClr val="000000"/>
                </a:solidFill>
                <a:latin typeface="Helvetica"/>
                <a:ea typeface="Helvetica"/>
                <a:cs typeface="Helvetica"/>
                <a:sym typeface="Helvetica"/>
              </a:rPr>
              <a:t>Write them on the doorposts</a:t>
            </a:r>
          </a:p>
          <a:p>
            <a:pPr algn="l">
              <a:lnSpc>
                <a:spcPts val="5760"/>
              </a:lnSpc>
            </a:pPr>
            <a:r>
              <a:rPr lang="en-US" sz="3200">
                <a:solidFill>
                  <a:srgbClr val="000000"/>
                </a:solidFill>
                <a:latin typeface="Helvetica"/>
                <a:ea typeface="Helvetica"/>
                <a:cs typeface="Helvetica"/>
                <a:sym typeface="Helvetica"/>
              </a:rPr>
              <a:t>of your house and on your gates.</a:t>
            </a:r>
          </a:p>
          <a:p>
            <a:pPr algn="l">
              <a:lnSpc>
                <a:spcPts val="5760"/>
              </a:lnSpc>
            </a:pPr>
            <a:r>
              <a:rPr lang="en-US" sz="3200">
                <a:solidFill>
                  <a:srgbClr val="000000"/>
                </a:solidFill>
                <a:latin typeface="Helvetica"/>
                <a:ea typeface="Helvetica"/>
                <a:cs typeface="Helvetica"/>
                <a:sym typeface="Helvetica"/>
              </a:rPr>
              <a:t>…</a:t>
            </a:r>
          </a:p>
        </p:txBody>
      </p:sp>
      <p:sp>
        <p:nvSpPr>
          <p:cNvPr id="10" name="TextBox 10"/>
          <p:cNvSpPr txBox="1"/>
          <p:nvPr/>
        </p:nvSpPr>
        <p:spPr>
          <a:xfrm>
            <a:off x="11619329" y="879298"/>
            <a:ext cx="5822501" cy="8774430"/>
          </a:xfrm>
          <a:prstGeom prst="rect">
            <a:avLst/>
          </a:prstGeom>
        </p:spPr>
        <p:txBody>
          <a:bodyPr lIns="0" tIns="0" rIns="0" bIns="0" rtlCol="0" anchor="t">
            <a:spAutoFit/>
          </a:bodyPr>
          <a:lstStyle/>
          <a:p>
            <a:pPr algn="r" rtl="1">
              <a:lnSpc>
                <a:spcPts val="6300"/>
              </a:lnSpc>
            </a:pPr>
            <a:r>
              <a:rPr lang="he-IL" sz="4200">
                <a:solidFill>
                  <a:srgbClr val="000000"/>
                </a:solidFill>
                <a:latin typeface="David Libre"/>
                <a:ea typeface="David Libre"/>
                <a:cs typeface="David Libre"/>
                <a:sym typeface="David Libre"/>
                <a:rtl/>
              </a:rPr>
              <a:t>וְשִׁנַּנְתָּם לְבָנֶֽיךָ </a:t>
            </a:r>
          </a:p>
          <a:p>
            <a:pPr algn="r" rtl="1">
              <a:lnSpc>
                <a:spcPts val="6300"/>
              </a:lnSpc>
            </a:pPr>
            <a:r>
              <a:rPr lang="he-IL" sz="4200">
                <a:solidFill>
                  <a:srgbClr val="000000"/>
                </a:solidFill>
                <a:latin typeface="David Libre"/>
                <a:ea typeface="David Libre"/>
                <a:cs typeface="David Libre"/>
                <a:sym typeface="David Libre"/>
                <a:rtl/>
              </a:rPr>
              <a:t>וְדִבַּרְתָּ בָּם </a:t>
            </a:r>
          </a:p>
          <a:p>
            <a:pPr algn="r" rtl="1">
              <a:lnSpc>
                <a:spcPts val="6300"/>
              </a:lnSpc>
            </a:pPr>
            <a:r>
              <a:rPr lang="he-IL" sz="4200">
                <a:solidFill>
                  <a:srgbClr val="000000"/>
                </a:solidFill>
                <a:latin typeface="David Libre"/>
                <a:ea typeface="David Libre"/>
                <a:cs typeface="David Libre"/>
                <a:sym typeface="David Libre"/>
                <a:rtl/>
              </a:rPr>
              <a:t>בְּשִׁבְתְּ֒ךָ בְּבֵיתֶֽךָ </a:t>
            </a:r>
          </a:p>
          <a:p>
            <a:pPr algn="r" rtl="1">
              <a:lnSpc>
                <a:spcPts val="6300"/>
              </a:lnSpc>
            </a:pPr>
            <a:r>
              <a:rPr lang="he-IL" sz="4200">
                <a:solidFill>
                  <a:srgbClr val="000000"/>
                </a:solidFill>
                <a:latin typeface="David Libre"/>
                <a:ea typeface="David Libre"/>
                <a:cs typeface="David Libre"/>
                <a:sym typeface="David Libre"/>
                <a:rtl/>
              </a:rPr>
              <a:t>וּבְלֶכְתְּ֒ךָ בַדֶּֽרֶךְ </a:t>
            </a:r>
          </a:p>
          <a:p>
            <a:pPr algn="r" rtl="1">
              <a:lnSpc>
                <a:spcPts val="6300"/>
              </a:lnSpc>
            </a:pPr>
            <a:r>
              <a:rPr lang="he-IL" sz="4200">
                <a:solidFill>
                  <a:srgbClr val="000000"/>
                </a:solidFill>
                <a:latin typeface="David Libre"/>
                <a:ea typeface="David Libre"/>
                <a:cs typeface="David Libre"/>
                <a:sym typeface="David Libre"/>
                <a:rtl/>
              </a:rPr>
              <a:t>וּבְשָׁכְבְּ֒ךָ וּבְקוּמֶֽךָ.</a:t>
            </a:r>
          </a:p>
          <a:p>
            <a:pPr algn="r" rtl="1">
              <a:lnSpc>
                <a:spcPts val="6300"/>
              </a:lnSpc>
            </a:pPr>
            <a:endParaRPr lang="he-IL" sz="4200">
              <a:solidFill>
                <a:srgbClr val="000000"/>
              </a:solidFill>
              <a:latin typeface="David Libre"/>
              <a:ea typeface="David Libre"/>
              <a:cs typeface="David Libre"/>
              <a:sym typeface="David Libre"/>
              <a:rtl/>
            </a:endParaRPr>
          </a:p>
          <a:p>
            <a:pPr algn="r" rtl="1">
              <a:lnSpc>
                <a:spcPts val="6300"/>
              </a:lnSpc>
            </a:pPr>
            <a:r>
              <a:rPr lang="he-IL" sz="4200">
                <a:solidFill>
                  <a:srgbClr val="000000"/>
                </a:solidFill>
                <a:latin typeface="David Libre"/>
                <a:ea typeface="David Libre"/>
                <a:cs typeface="David Libre"/>
                <a:sym typeface="David Libre"/>
                <a:rtl/>
              </a:rPr>
              <a:t>וּקְשַׁרְתָּם לְאוֹת עַל֯־יָ֯דֶֽךָ </a:t>
            </a:r>
          </a:p>
          <a:p>
            <a:pPr algn="r" rtl="1">
              <a:lnSpc>
                <a:spcPts val="6300"/>
              </a:lnSpc>
            </a:pPr>
            <a:r>
              <a:rPr lang="he-IL" sz="4200">
                <a:solidFill>
                  <a:srgbClr val="000000"/>
                </a:solidFill>
                <a:latin typeface="David Libre"/>
                <a:ea typeface="David Libre"/>
                <a:cs typeface="David Libre"/>
                <a:sym typeface="David Libre"/>
                <a:rtl/>
              </a:rPr>
              <a:t>וְהָיוּ לְטֹטָפֹת בֵּין עֵינֶֽיךָ. </a:t>
            </a:r>
          </a:p>
          <a:p>
            <a:pPr algn="r" rtl="1">
              <a:lnSpc>
                <a:spcPts val="6300"/>
              </a:lnSpc>
            </a:pPr>
            <a:r>
              <a:rPr lang="he-IL" sz="4200">
                <a:solidFill>
                  <a:srgbClr val="000000"/>
                </a:solidFill>
                <a:latin typeface="David Libre"/>
                <a:ea typeface="David Libre"/>
                <a:cs typeface="David Libre"/>
                <a:sym typeface="David Libre"/>
                <a:rtl/>
              </a:rPr>
              <a:t>וּכְתַבְתָּם עַל־מְזֻזוֹת </a:t>
            </a:r>
          </a:p>
          <a:p>
            <a:pPr algn="r" rtl="1">
              <a:lnSpc>
                <a:spcPts val="6300"/>
              </a:lnSpc>
            </a:pPr>
            <a:r>
              <a:rPr lang="he-IL" sz="4200">
                <a:solidFill>
                  <a:srgbClr val="000000"/>
                </a:solidFill>
                <a:latin typeface="David Libre"/>
                <a:ea typeface="David Libre"/>
                <a:cs typeface="David Libre"/>
                <a:sym typeface="David Libre"/>
                <a:rtl/>
              </a:rPr>
              <a:t>בֵּיתֶֽךָ וּבִשְׁעָרֶֽיךָ.</a:t>
            </a:r>
          </a:p>
          <a:p>
            <a:pPr algn="r">
              <a:lnSpc>
                <a:spcPts val="6300"/>
              </a:lnSpc>
            </a:pPr>
            <a:r>
              <a:rPr lang="en-US" sz="4200">
                <a:solidFill>
                  <a:srgbClr val="000000"/>
                </a:solidFill>
                <a:latin typeface="David Libre"/>
                <a:ea typeface="David Libre"/>
                <a:cs typeface="David Libre"/>
                <a:sym typeface="David Libre"/>
              </a:rPr>
              <a:t>...</a:t>
            </a:r>
          </a:p>
        </p:txBody>
      </p:sp>
      <p:grpSp>
        <p:nvGrpSpPr>
          <p:cNvPr id="11" name="Group 11"/>
          <p:cNvGrpSpPr>
            <a:grpSpLocks noChangeAspect="1"/>
          </p:cNvGrpSpPr>
          <p:nvPr/>
        </p:nvGrpSpPr>
        <p:grpSpPr>
          <a:xfrm>
            <a:off x="8217396" y="3963816"/>
            <a:ext cx="2122027" cy="5889298"/>
            <a:chOff x="0" y="0"/>
            <a:chExt cx="1744937" cy="4842753"/>
          </a:xfrm>
        </p:grpSpPr>
        <p:sp>
          <p:nvSpPr>
            <p:cNvPr id="12" name="Freeform 12"/>
            <p:cNvSpPr/>
            <p:nvPr/>
          </p:nvSpPr>
          <p:spPr>
            <a:xfrm>
              <a:off x="0" y="0"/>
              <a:ext cx="1744980" cy="4842764"/>
            </a:xfrm>
            <a:custGeom>
              <a:avLst/>
              <a:gdLst/>
              <a:ahLst/>
              <a:cxnLst/>
              <a:rect l="l" t="t" r="r" b="b"/>
              <a:pathLst>
                <a:path w="1744980" h="4842764">
                  <a:moveTo>
                    <a:pt x="0" y="0"/>
                  </a:moveTo>
                  <a:lnTo>
                    <a:pt x="1744980" y="0"/>
                  </a:lnTo>
                  <a:lnTo>
                    <a:pt x="1744980" y="4842764"/>
                  </a:lnTo>
                  <a:lnTo>
                    <a:pt x="0" y="4842764"/>
                  </a:lnTo>
                  <a:lnTo>
                    <a:pt x="0" y="0"/>
                  </a:lnTo>
                  <a:close/>
                </a:path>
              </a:pathLst>
            </a:custGeom>
            <a:blipFill>
              <a:blip r:embed="rId3"/>
              <a:stretch>
                <a:fillRect t="-82" r="2" b="-82"/>
              </a:stretch>
            </a:blipFill>
          </p:spPr>
          <p:txBody>
            <a:bodyPr/>
            <a:lstStyle/>
            <a:p>
              <a:endParaRPr lang="en-US"/>
            </a:p>
          </p:txBody>
        </p:sp>
      </p:gr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9FAA"/>
        </a:solidFill>
        <a:effectLst/>
      </p:bgPr>
    </p:bg>
    <p:spTree>
      <p:nvGrpSpPr>
        <p:cNvPr id="1" name=""/>
        <p:cNvGrpSpPr/>
        <p:nvPr/>
      </p:nvGrpSpPr>
      <p:grpSpPr>
        <a:xfrm>
          <a:off x="0" y="0"/>
          <a:ext cx="0" cy="0"/>
          <a:chOff x="0" y="0"/>
          <a:chExt cx="0" cy="0"/>
        </a:xfrm>
      </p:grpSpPr>
      <p:grpSp>
        <p:nvGrpSpPr>
          <p:cNvPr id="2" name="Group 2"/>
          <p:cNvGrpSpPr/>
          <p:nvPr/>
        </p:nvGrpSpPr>
        <p:grpSpPr>
          <a:xfrm>
            <a:off x="0" y="-1096"/>
            <a:ext cx="18288000" cy="523372"/>
            <a:chOff x="0" y="0"/>
            <a:chExt cx="17198647" cy="492197"/>
          </a:xfrm>
        </p:grpSpPr>
        <p:sp>
          <p:nvSpPr>
            <p:cNvPr id="3" name="Freeform 3"/>
            <p:cNvSpPr/>
            <p:nvPr/>
          </p:nvSpPr>
          <p:spPr>
            <a:xfrm>
              <a:off x="3022" y="2286"/>
              <a:ext cx="17192677" cy="487680"/>
            </a:xfrm>
            <a:custGeom>
              <a:avLst/>
              <a:gdLst/>
              <a:ahLst/>
              <a:cxnLst/>
              <a:rect l="l" t="t" r="r" b="b"/>
              <a:pathLst>
                <a:path w="17192677" h="487680">
                  <a:moveTo>
                    <a:pt x="0" y="0"/>
                  </a:moveTo>
                  <a:lnTo>
                    <a:pt x="17192677" y="0"/>
                  </a:lnTo>
                  <a:lnTo>
                    <a:pt x="17192677" y="487680"/>
                  </a:lnTo>
                  <a:lnTo>
                    <a:pt x="0" y="487680"/>
                  </a:lnTo>
                  <a:close/>
                </a:path>
              </a:pathLst>
            </a:custGeom>
            <a:solidFill>
              <a:srgbClr val="4565AB"/>
            </a:solidFill>
          </p:spPr>
          <p:txBody>
            <a:bodyPr/>
            <a:lstStyle/>
            <a:p>
              <a:endParaRPr lang="en-US"/>
            </a:p>
          </p:txBody>
        </p:sp>
      </p:grpSp>
      <p:grpSp>
        <p:nvGrpSpPr>
          <p:cNvPr id="4" name="Group 4"/>
          <p:cNvGrpSpPr/>
          <p:nvPr/>
        </p:nvGrpSpPr>
        <p:grpSpPr>
          <a:xfrm>
            <a:off x="150790" y="147044"/>
            <a:ext cx="5453045" cy="306007"/>
            <a:chOff x="0" y="0"/>
            <a:chExt cx="5128226" cy="287779"/>
          </a:xfrm>
        </p:grpSpPr>
        <p:sp>
          <p:nvSpPr>
            <p:cNvPr id="5" name="Freeform 5"/>
            <p:cNvSpPr/>
            <p:nvPr/>
          </p:nvSpPr>
          <p:spPr>
            <a:xfrm>
              <a:off x="0" y="0"/>
              <a:ext cx="5128226" cy="287779"/>
            </a:xfrm>
            <a:custGeom>
              <a:avLst/>
              <a:gdLst/>
              <a:ahLst/>
              <a:cxnLst/>
              <a:rect l="l" t="t" r="r" b="b"/>
              <a:pathLst>
                <a:path w="5128226" h="287779">
                  <a:moveTo>
                    <a:pt x="0" y="0"/>
                  </a:moveTo>
                  <a:lnTo>
                    <a:pt x="5128226" y="0"/>
                  </a:lnTo>
                  <a:lnTo>
                    <a:pt x="5128226" y="287779"/>
                  </a:lnTo>
                  <a:lnTo>
                    <a:pt x="0" y="287779"/>
                  </a:lnTo>
                  <a:close/>
                </a:path>
              </a:pathLst>
            </a:custGeom>
          </p:spPr>
          <p:txBody>
            <a:bodyPr/>
            <a:lstStyle/>
            <a:p>
              <a:endParaRPr lang="en-US"/>
            </a:p>
          </p:txBody>
        </p:sp>
        <p:sp>
          <p:nvSpPr>
            <p:cNvPr id="6" name="TextBox 6"/>
            <p:cNvSpPr txBox="1"/>
            <p:nvPr/>
          </p:nvSpPr>
          <p:spPr>
            <a:xfrm>
              <a:off x="0" y="-19050"/>
              <a:ext cx="5128226" cy="306829"/>
            </a:xfrm>
            <a:prstGeom prst="rect">
              <a:avLst/>
            </a:prstGeom>
          </p:spPr>
          <p:txBody>
            <a:bodyPr lIns="0" tIns="0" rIns="0" bIns="0" rtlCol="0" anchor="ctr"/>
            <a:lstStyle/>
            <a:p>
              <a:pPr algn="l">
                <a:lnSpc>
                  <a:spcPts val="2041"/>
                </a:lnSpc>
              </a:pPr>
              <a:r>
                <a:rPr lang="en-US" sz="1701" b="1">
                  <a:solidFill>
                    <a:srgbClr val="EFAC4B"/>
                  </a:solidFill>
                  <a:latin typeface="Helvetica Bold"/>
                  <a:ea typeface="Helvetica Bold"/>
                  <a:cs typeface="Helvetica Bold"/>
                  <a:sym typeface="Helvetica Bold"/>
                </a:rPr>
                <a:t>SH'MA AND ITS BLESSING </a:t>
              </a:r>
              <a:r>
                <a:rPr lang="en-US" sz="1701">
                  <a:solidFill>
                    <a:srgbClr val="EFAC4B"/>
                  </a:solidFill>
                  <a:latin typeface="Helvetica"/>
                  <a:ea typeface="Helvetica"/>
                  <a:cs typeface="Helvetica"/>
                  <a:sym typeface="Helvetica"/>
                </a:rPr>
                <a:t>| </a:t>
              </a:r>
              <a:r>
                <a:rPr lang="en-US" sz="1701" b="1" i="1">
                  <a:solidFill>
                    <a:srgbClr val="EFAC4B"/>
                  </a:solidFill>
                  <a:latin typeface="Helvetica Bold Italics"/>
                  <a:ea typeface="Helvetica Bold Italics"/>
                  <a:cs typeface="Helvetica Bold Italics"/>
                  <a:sym typeface="Helvetica Bold Italics"/>
                </a:rPr>
                <a:t>SH'MA UVIRCHOTEHA</a:t>
              </a:r>
            </a:p>
          </p:txBody>
        </p:sp>
      </p:grpSp>
      <p:grpSp>
        <p:nvGrpSpPr>
          <p:cNvPr id="7" name="Group 7"/>
          <p:cNvGrpSpPr>
            <a:grpSpLocks noChangeAspect="1"/>
          </p:cNvGrpSpPr>
          <p:nvPr/>
        </p:nvGrpSpPr>
        <p:grpSpPr>
          <a:xfrm>
            <a:off x="16172158" y="12650"/>
            <a:ext cx="1913686" cy="495882"/>
            <a:chOff x="0" y="0"/>
            <a:chExt cx="1799694" cy="466344"/>
          </a:xfrm>
        </p:grpSpPr>
        <p:sp>
          <p:nvSpPr>
            <p:cNvPr id="8" name="Freeform 8"/>
            <p:cNvSpPr/>
            <p:nvPr/>
          </p:nvSpPr>
          <p:spPr>
            <a:xfrm>
              <a:off x="0" y="0"/>
              <a:ext cx="1799717" cy="466344"/>
            </a:xfrm>
            <a:custGeom>
              <a:avLst/>
              <a:gdLst/>
              <a:ahLst/>
              <a:cxnLst/>
              <a:rect l="l" t="t" r="r" b="b"/>
              <a:pathLst>
                <a:path w="1799717" h="466344">
                  <a:moveTo>
                    <a:pt x="0" y="0"/>
                  </a:moveTo>
                  <a:lnTo>
                    <a:pt x="1799717" y="0"/>
                  </a:lnTo>
                  <a:lnTo>
                    <a:pt x="1799717" y="466344"/>
                  </a:lnTo>
                  <a:lnTo>
                    <a:pt x="0" y="466344"/>
                  </a:lnTo>
                  <a:lnTo>
                    <a:pt x="0" y="0"/>
                  </a:lnTo>
                  <a:close/>
                </a:path>
              </a:pathLst>
            </a:custGeom>
            <a:blipFill>
              <a:blip r:embed="rId2"/>
              <a:stretch>
                <a:fillRect r="1"/>
              </a:stretch>
            </a:blipFill>
          </p:spPr>
          <p:txBody>
            <a:bodyPr/>
            <a:lstStyle/>
            <a:p>
              <a:endParaRPr lang="en-US"/>
            </a:p>
          </p:txBody>
        </p:sp>
      </p:grpSp>
      <p:sp>
        <p:nvSpPr>
          <p:cNvPr id="9" name="TextBox 9"/>
          <p:cNvSpPr txBox="1"/>
          <p:nvPr/>
        </p:nvSpPr>
        <p:spPr>
          <a:xfrm>
            <a:off x="796518" y="982170"/>
            <a:ext cx="6775150" cy="7884638"/>
          </a:xfrm>
          <a:prstGeom prst="rect">
            <a:avLst/>
          </a:prstGeom>
        </p:spPr>
        <p:txBody>
          <a:bodyPr lIns="0" tIns="0" rIns="0" bIns="0" rtlCol="0" anchor="t">
            <a:spAutoFit/>
          </a:bodyPr>
          <a:lstStyle/>
          <a:p>
            <a:pPr algn="l">
              <a:lnSpc>
                <a:spcPts val="6304"/>
              </a:lnSpc>
            </a:pPr>
            <a:r>
              <a:rPr lang="en-US" sz="3502">
                <a:solidFill>
                  <a:srgbClr val="000000"/>
                </a:solidFill>
                <a:latin typeface="Helvetica"/>
                <a:ea typeface="Helvetica"/>
                <a:cs typeface="Helvetica"/>
                <a:sym typeface="Helvetica"/>
              </a:rPr>
              <a:t>In this way, you will remember</a:t>
            </a:r>
          </a:p>
          <a:p>
            <a:pPr algn="l">
              <a:lnSpc>
                <a:spcPts val="6304"/>
              </a:lnSpc>
            </a:pPr>
            <a:r>
              <a:rPr lang="en-US" sz="3502">
                <a:solidFill>
                  <a:srgbClr val="000000"/>
                </a:solidFill>
                <a:latin typeface="Helvetica"/>
                <a:ea typeface="Helvetica"/>
                <a:cs typeface="Helvetica"/>
                <a:sym typeface="Helvetica"/>
              </a:rPr>
              <a:t>and do all My mitzvot, </a:t>
            </a:r>
          </a:p>
          <a:p>
            <a:pPr algn="l">
              <a:lnSpc>
                <a:spcPts val="6304"/>
              </a:lnSpc>
            </a:pPr>
            <a:r>
              <a:rPr lang="en-US" sz="3502">
                <a:solidFill>
                  <a:srgbClr val="000000"/>
                </a:solidFill>
                <a:latin typeface="Helvetica"/>
                <a:ea typeface="Helvetica"/>
                <a:cs typeface="Helvetica"/>
                <a:sym typeface="Helvetica"/>
              </a:rPr>
              <a:t>and you will be holy</a:t>
            </a:r>
          </a:p>
          <a:p>
            <a:pPr algn="l">
              <a:lnSpc>
                <a:spcPts val="6304"/>
              </a:lnSpc>
            </a:pPr>
            <a:r>
              <a:rPr lang="en-US" sz="3502">
                <a:solidFill>
                  <a:srgbClr val="000000"/>
                </a:solidFill>
                <a:latin typeface="Helvetica"/>
                <a:ea typeface="Helvetica"/>
                <a:cs typeface="Helvetica"/>
                <a:sym typeface="Helvetica"/>
              </a:rPr>
              <a:t>to your God.</a:t>
            </a:r>
          </a:p>
          <a:p>
            <a:pPr algn="l">
              <a:lnSpc>
                <a:spcPts val="6304"/>
              </a:lnSpc>
            </a:pPr>
            <a:r>
              <a:rPr lang="en-US" sz="3502">
                <a:solidFill>
                  <a:srgbClr val="000000"/>
                </a:solidFill>
                <a:latin typeface="Helvetica"/>
                <a:ea typeface="Helvetica"/>
                <a:cs typeface="Helvetica"/>
                <a:sym typeface="Helvetica"/>
              </a:rPr>
              <a:t> </a:t>
            </a:r>
          </a:p>
          <a:p>
            <a:pPr algn="l">
              <a:lnSpc>
                <a:spcPts val="6304"/>
              </a:lnSpc>
            </a:pPr>
            <a:r>
              <a:rPr lang="en-US" sz="3502">
                <a:solidFill>
                  <a:srgbClr val="000000"/>
                </a:solidFill>
                <a:latin typeface="Helvetica"/>
                <a:ea typeface="Helvetica"/>
                <a:cs typeface="Helvetica"/>
                <a:sym typeface="Helvetica"/>
              </a:rPr>
              <a:t>I am Adonai your God</a:t>
            </a:r>
          </a:p>
          <a:p>
            <a:pPr algn="l">
              <a:lnSpc>
                <a:spcPts val="6304"/>
              </a:lnSpc>
            </a:pPr>
            <a:r>
              <a:rPr lang="en-US" sz="3502">
                <a:solidFill>
                  <a:srgbClr val="000000"/>
                </a:solidFill>
                <a:latin typeface="Helvetica"/>
                <a:ea typeface="Helvetica"/>
                <a:cs typeface="Helvetica"/>
                <a:sym typeface="Helvetica"/>
              </a:rPr>
              <a:t>who brought you out of</a:t>
            </a:r>
          </a:p>
          <a:p>
            <a:pPr algn="l">
              <a:lnSpc>
                <a:spcPts val="6304"/>
              </a:lnSpc>
            </a:pPr>
            <a:r>
              <a:rPr lang="en-US" sz="3502">
                <a:solidFill>
                  <a:srgbClr val="000000"/>
                </a:solidFill>
                <a:latin typeface="Helvetica"/>
                <a:ea typeface="Helvetica"/>
                <a:cs typeface="Helvetica"/>
                <a:sym typeface="Helvetica"/>
              </a:rPr>
              <a:t>the land of Egypt </a:t>
            </a:r>
          </a:p>
          <a:p>
            <a:pPr algn="l">
              <a:lnSpc>
                <a:spcPts val="6304"/>
              </a:lnSpc>
            </a:pPr>
            <a:r>
              <a:rPr lang="en-US" sz="3502">
                <a:solidFill>
                  <a:srgbClr val="000000"/>
                </a:solidFill>
                <a:latin typeface="Helvetica"/>
                <a:ea typeface="Helvetica"/>
                <a:cs typeface="Helvetica"/>
                <a:sym typeface="Helvetica"/>
              </a:rPr>
              <a:t>to be your God. </a:t>
            </a:r>
          </a:p>
          <a:p>
            <a:pPr algn="l">
              <a:lnSpc>
                <a:spcPts val="6304"/>
              </a:lnSpc>
            </a:pPr>
            <a:r>
              <a:rPr lang="en-US" sz="3502">
                <a:solidFill>
                  <a:srgbClr val="000000"/>
                </a:solidFill>
                <a:latin typeface="Helvetica"/>
                <a:ea typeface="Helvetica"/>
                <a:cs typeface="Helvetica"/>
                <a:sym typeface="Helvetica"/>
              </a:rPr>
              <a:t>I am Adonai your God.</a:t>
            </a:r>
          </a:p>
        </p:txBody>
      </p:sp>
      <p:sp>
        <p:nvSpPr>
          <p:cNvPr id="10" name="TextBox 10"/>
          <p:cNvSpPr txBox="1"/>
          <p:nvPr/>
        </p:nvSpPr>
        <p:spPr>
          <a:xfrm>
            <a:off x="11619329" y="879298"/>
            <a:ext cx="5822501" cy="8774430"/>
          </a:xfrm>
          <a:prstGeom prst="rect">
            <a:avLst/>
          </a:prstGeom>
        </p:spPr>
        <p:txBody>
          <a:bodyPr lIns="0" tIns="0" rIns="0" bIns="0" rtlCol="0" anchor="t">
            <a:spAutoFit/>
          </a:bodyPr>
          <a:lstStyle/>
          <a:p>
            <a:pPr algn="r" rtl="1">
              <a:lnSpc>
                <a:spcPts val="6300"/>
              </a:lnSpc>
            </a:pPr>
            <a:r>
              <a:rPr lang="he-IL" sz="4200">
                <a:solidFill>
                  <a:srgbClr val="000000"/>
                </a:solidFill>
                <a:latin typeface="David Libre"/>
                <a:ea typeface="David Libre"/>
                <a:cs typeface="David Libre"/>
                <a:sym typeface="David Libre"/>
                <a:rtl/>
              </a:rPr>
              <a:t>לְמַ</a:t>
            </a:r>
            <a:r>
              <a:rPr lang="ar-EG" sz="4200">
                <a:solidFill>
                  <a:srgbClr val="000000"/>
                </a:solidFill>
                <a:latin typeface="David Libre"/>
                <a:ea typeface="David Libre"/>
                <a:cs typeface="David Libre"/>
                <a:sym typeface="David Libre"/>
                <a:rtl/>
              </a:rPr>
              <a:t>ֽעַן תִּזְכְּ֒רוּ </a:t>
            </a:r>
          </a:p>
          <a:p>
            <a:pPr algn="r" rtl="1">
              <a:lnSpc>
                <a:spcPts val="6300"/>
              </a:lnSpc>
            </a:pPr>
            <a:r>
              <a:rPr lang="he-IL" sz="4200">
                <a:solidFill>
                  <a:srgbClr val="000000"/>
                </a:solidFill>
                <a:latin typeface="David Libre"/>
                <a:ea typeface="David Libre"/>
                <a:cs typeface="David Libre"/>
                <a:sym typeface="David Libre"/>
                <a:rtl/>
              </a:rPr>
              <a:t>וַעֲשִׂיתֶם֯ אֶ֯ת־כָּל־מִצְוֹתָי</a:t>
            </a:r>
          </a:p>
          <a:p>
            <a:pPr algn="r" rtl="1">
              <a:lnSpc>
                <a:spcPts val="6300"/>
              </a:lnSpc>
            </a:pPr>
            <a:r>
              <a:rPr lang="he-IL" sz="4200">
                <a:solidFill>
                  <a:srgbClr val="000000"/>
                </a:solidFill>
                <a:latin typeface="David Libre"/>
                <a:ea typeface="David Libre"/>
                <a:cs typeface="David Libre"/>
                <a:sym typeface="David Libre"/>
                <a:rtl/>
              </a:rPr>
              <a:t>וִהְיִיתֶם קְדשִׁים </a:t>
            </a:r>
          </a:p>
          <a:p>
            <a:pPr algn="r" rtl="1">
              <a:lnSpc>
                <a:spcPts val="6300"/>
              </a:lnSpc>
            </a:pPr>
            <a:r>
              <a:rPr lang="he-IL" sz="4200">
                <a:solidFill>
                  <a:srgbClr val="000000"/>
                </a:solidFill>
                <a:latin typeface="David Libre"/>
                <a:ea typeface="David Libre"/>
                <a:cs typeface="David Libre"/>
                <a:sym typeface="David Libre"/>
                <a:rtl/>
              </a:rPr>
              <a:t>לֵאלֹהֵיכֶם.</a:t>
            </a:r>
          </a:p>
          <a:p>
            <a:pPr algn="r" rtl="1">
              <a:lnSpc>
                <a:spcPts val="6300"/>
              </a:lnSpc>
            </a:pPr>
            <a:endParaRPr lang="he-IL" sz="4200">
              <a:solidFill>
                <a:srgbClr val="000000"/>
              </a:solidFill>
              <a:latin typeface="David Libre"/>
              <a:ea typeface="David Libre"/>
              <a:cs typeface="David Libre"/>
              <a:sym typeface="David Libre"/>
              <a:rtl/>
            </a:endParaRPr>
          </a:p>
          <a:p>
            <a:pPr algn="r" rtl="1">
              <a:lnSpc>
                <a:spcPts val="6300"/>
              </a:lnSpc>
            </a:pPr>
            <a:r>
              <a:rPr lang="he-IL" sz="4200">
                <a:solidFill>
                  <a:srgbClr val="000000"/>
                </a:solidFill>
                <a:latin typeface="David Libre"/>
                <a:ea typeface="David Libre"/>
                <a:cs typeface="David Libre"/>
                <a:sym typeface="David Libre"/>
                <a:rtl/>
              </a:rPr>
              <a:t>אֲנִי יְהֹוָה אֱלֹהֵיכֶם֯ </a:t>
            </a:r>
          </a:p>
          <a:p>
            <a:pPr algn="r" rtl="1">
              <a:lnSpc>
                <a:spcPts val="6300"/>
              </a:lnSpc>
            </a:pPr>
            <a:r>
              <a:rPr lang="he-IL" sz="4200">
                <a:solidFill>
                  <a:srgbClr val="000000"/>
                </a:solidFill>
                <a:latin typeface="David Libre"/>
                <a:ea typeface="David Libre"/>
                <a:cs typeface="David Libre"/>
                <a:sym typeface="David Libre"/>
                <a:rtl/>
              </a:rPr>
              <a:t>אֲ֯שֶׁר הוֹצֵֽאתִי אֶתְכֶם֯ </a:t>
            </a:r>
          </a:p>
          <a:p>
            <a:pPr algn="r" rtl="1">
              <a:lnSpc>
                <a:spcPts val="6300"/>
              </a:lnSpc>
            </a:pPr>
            <a:r>
              <a:rPr lang="he-IL" sz="4200">
                <a:solidFill>
                  <a:srgbClr val="000000"/>
                </a:solidFill>
                <a:latin typeface="David Libre"/>
                <a:ea typeface="David Libre"/>
                <a:cs typeface="David Libre"/>
                <a:sym typeface="David Libre"/>
                <a:rtl/>
              </a:rPr>
              <a:t>מֵ֯אֶֽרֶץ מִצְרַֽיִם </a:t>
            </a:r>
          </a:p>
          <a:p>
            <a:pPr algn="r" rtl="1">
              <a:lnSpc>
                <a:spcPts val="6300"/>
              </a:lnSpc>
            </a:pPr>
            <a:r>
              <a:rPr lang="he-IL" sz="4200">
                <a:solidFill>
                  <a:srgbClr val="000000"/>
                </a:solidFill>
                <a:latin typeface="David Libre"/>
                <a:ea typeface="David Libre"/>
                <a:cs typeface="David Libre"/>
                <a:sym typeface="David Libre"/>
                <a:rtl/>
              </a:rPr>
              <a:t>לִהְיוֹת לָכֶם לֵאלֹהִים֯ </a:t>
            </a:r>
          </a:p>
          <a:p>
            <a:pPr algn="r" rtl="1">
              <a:lnSpc>
                <a:spcPts val="6300"/>
              </a:lnSpc>
            </a:pPr>
            <a:r>
              <a:rPr lang="he-IL" sz="4200">
                <a:solidFill>
                  <a:srgbClr val="000000"/>
                </a:solidFill>
                <a:latin typeface="David Libre"/>
                <a:ea typeface="David Libre"/>
                <a:cs typeface="David Libre"/>
                <a:sym typeface="David Libre"/>
                <a:rtl/>
              </a:rPr>
              <a:t>אֲ֯נִי יְהֹוָה אֱלֹהֵיכֶם֯.</a:t>
            </a:r>
          </a:p>
          <a:p>
            <a:pPr algn="r">
              <a:lnSpc>
                <a:spcPts val="6300"/>
              </a:lnSpc>
            </a:pPr>
            <a:endParaRPr lang="he-IL" sz="4200">
              <a:solidFill>
                <a:srgbClr val="000000"/>
              </a:solidFill>
              <a:latin typeface="David Libre"/>
              <a:ea typeface="David Libre"/>
              <a:cs typeface="David Libre"/>
              <a:sym typeface="David Libre"/>
              <a:rtl/>
            </a:endParaRPr>
          </a:p>
        </p:txBody>
      </p:sp>
      <p:grpSp>
        <p:nvGrpSpPr>
          <p:cNvPr id="11" name="Group 11"/>
          <p:cNvGrpSpPr>
            <a:grpSpLocks noChangeAspect="1"/>
          </p:cNvGrpSpPr>
          <p:nvPr/>
        </p:nvGrpSpPr>
        <p:grpSpPr>
          <a:xfrm>
            <a:off x="8217396" y="3963816"/>
            <a:ext cx="2122027" cy="5889298"/>
            <a:chOff x="0" y="0"/>
            <a:chExt cx="1744937" cy="4842753"/>
          </a:xfrm>
        </p:grpSpPr>
        <p:sp>
          <p:nvSpPr>
            <p:cNvPr id="12" name="Freeform 12"/>
            <p:cNvSpPr/>
            <p:nvPr/>
          </p:nvSpPr>
          <p:spPr>
            <a:xfrm>
              <a:off x="0" y="0"/>
              <a:ext cx="1744980" cy="4842764"/>
            </a:xfrm>
            <a:custGeom>
              <a:avLst/>
              <a:gdLst/>
              <a:ahLst/>
              <a:cxnLst/>
              <a:rect l="l" t="t" r="r" b="b"/>
              <a:pathLst>
                <a:path w="1744980" h="4842764">
                  <a:moveTo>
                    <a:pt x="0" y="0"/>
                  </a:moveTo>
                  <a:lnTo>
                    <a:pt x="1744980" y="0"/>
                  </a:lnTo>
                  <a:lnTo>
                    <a:pt x="1744980" y="4842764"/>
                  </a:lnTo>
                  <a:lnTo>
                    <a:pt x="0" y="4842764"/>
                  </a:lnTo>
                  <a:lnTo>
                    <a:pt x="0" y="0"/>
                  </a:lnTo>
                  <a:close/>
                </a:path>
              </a:pathLst>
            </a:custGeom>
            <a:blipFill>
              <a:blip r:embed="rId3"/>
              <a:stretch>
                <a:fillRect t="-82" r="2" b="-82"/>
              </a:stretch>
            </a:blipFill>
          </p:spPr>
          <p:txBody>
            <a:bodyPr/>
            <a:lstStyle/>
            <a:p>
              <a:endParaRPr lang="en-US"/>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Who is like You, Adonai, among the gods that are worshipped? Who is like You, majestic in holiness, awesome in splendor, working wonders!</a:t>
              </a:r>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4288" y="9823185"/>
            <a:ext cx="18316575" cy="528041"/>
          </a:xfrm>
          <a:custGeom>
            <a:avLst/>
            <a:gdLst/>
            <a:ahLst/>
            <a:cxnLst/>
            <a:rect l="l" t="t" r="r" b="b"/>
            <a:pathLst>
              <a:path w="13004800" h="426720">
                <a:moveTo>
                  <a:pt x="0" y="0"/>
                </a:moveTo>
                <a:lnTo>
                  <a:pt x="13004800" y="0"/>
                </a:lnTo>
                <a:lnTo>
                  <a:pt x="13004800" y="426720"/>
                </a:lnTo>
                <a:lnTo>
                  <a:pt x="0" y="426720"/>
                </a:lnTo>
                <a:close/>
              </a:path>
            </a:pathLst>
          </a:custGeom>
          <a:solidFill>
            <a:srgbClr val="009999"/>
          </a:solidFill>
        </p:spPr>
        <p:txBody>
          <a:bodyPr/>
          <a:lstStyle/>
          <a:p>
            <a:endParaRPr lang="en-US" dirty="0"/>
          </a:p>
        </p:txBody>
      </p:sp>
      <p:sp>
        <p:nvSpPr>
          <p:cNvPr id="4" name="AutoShape 4"/>
          <p:cNvSpPr/>
          <p:nvPr/>
        </p:nvSpPr>
        <p:spPr>
          <a:xfrm rot="12410">
            <a:off x="3207504" y="1006043"/>
            <a:ext cx="11872990" cy="0"/>
          </a:xfrm>
          <a:prstGeom prst="line">
            <a:avLst/>
          </a:prstGeom>
          <a:ln w="28575" cap="rnd">
            <a:solidFill>
              <a:srgbClr val="ED7D31"/>
            </a:solidFill>
            <a:prstDash val="solid"/>
            <a:headEnd type="none" w="sm" len="sm"/>
            <a:tailEnd type="none" w="sm" len="sm"/>
          </a:ln>
        </p:spPr>
        <p:txBody>
          <a:bodyPr/>
          <a:lstStyle/>
          <a:p>
            <a:endParaRPr lang="en-US"/>
          </a:p>
        </p:txBody>
      </p:sp>
      <p:sp>
        <p:nvSpPr>
          <p:cNvPr id="8" name="Freeform 8"/>
          <p:cNvSpPr/>
          <p:nvPr/>
        </p:nvSpPr>
        <p:spPr>
          <a:xfrm>
            <a:off x="6829425" y="9607678"/>
            <a:ext cx="4629150" cy="547688"/>
          </a:xfrm>
          <a:custGeom>
            <a:avLst/>
            <a:gdLst/>
            <a:ahLst/>
            <a:cxnLst/>
            <a:rect l="l" t="t" r="r" b="b"/>
            <a:pathLst>
              <a:path w="4389120" h="519289">
                <a:moveTo>
                  <a:pt x="0" y="0"/>
                </a:moveTo>
                <a:lnTo>
                  <a:pt x="4389120" y="0"/>
                </a:lnTo>
                <a:lnTo>
                  <a:pt x="4389120" y="519289"/>
                </a:lnTo>
                <a:lnTo>
                  <a:pt x="0" y="519289"/>
                </a:lnTo>
                <a:close/>
              </a:path>
            </a:pathLst>
          </a:custGeom>
        </p:spPr>
        <p:txBody>
          <a:bodyPr/>
          <a:lstStyle/>
          <a:p>
            <a:endParaRPr lang="en-US"/>
          </a:p>
        </p:txBody>
      </p:sp>
      <p:sp>
        <p:nvSpPr>
          <p:cNvPr id="10" name="TextBox 10"/>
          <p:cNvSpPr txBox="1"/>
          <p:nvPr/>
        </p:nvSpPr>
        <p:spPr>
          <a:xfrm>
            <a:off x="2959864" y="1980241"/>
            <a:ext cx="12221385" cy="7190780"/>
          </a:xfrm>
          <a:prstGeom prst="rect">
            <a:avLst/>
          </a:prstGeom>
        </p:spPr>
        <p:txBody>
          <a:bodyPr lIns="0" tIns="0" rIns="0" bIns="0" rtlCol="0" anchor="t">
            <a:spAutoFit/>
          </a:bodyPr>
          <a:lstStyle/>
          <a:p>
            <a:pPr algn="ctr">
              <a:lnSpc>
                <a:spcPts val="4504"/>
              </a:lnSpc>
            </a:pPr>
            <a:r>
              <a:rPr lang="en-US" sz="3753">
                <a:solidFill>
                  <a:srgbClr val="000000"/>
                </a:solidFill>
                <a:latin typeface="Helvetica"/>
                <a:ea typeface="Helvetica"/>
                <a:cs typeface="Helvetica"/>
                <a:sym typeface="Helvetica"/>
              </a:rPr>
              <a:t>Please RISE and open your siddur to the following page</a:t>
            </a:r>
          </a:p>
          <a:p>
            <a:pPr algn="ctr">
              <a:lnSpc>
                <a:spcPts val="7078"/>
              </a:lnSpc>
            </a:pPr>
            <a:endParaRPr lang="en-US" sz="3753">
              <a:solidFill>
                <a:srgbClr val="000000"/>
              </a:solidFill>
              <a:latin typeface="Helvetica"/>
              <a:ea typeface="Helvetica"/>
              <a:cs typeface="Helvetica"/>
              <a:sym typeface="Helvetica"/>
            </a:endParaRPr>
          </a:p>
          <a:p>
            <a:pPr algn="ctr">
              <a:lnSpc>
                <a:spcPts val="7078"/>
              </a:lnSpc>
            </a:pPr>
            <a:r>
              <a:rPr lang="en-US" sz="5898">
                <a:solidFill>
                  <a:srgbClr val="008C95"/>
                </a:solidFill>
                <a:latin typeface="Helvetica"/>
                <a:ea typeface="Helvetica"/>
                <a:cs typeface="Helvetica"/>
                <a:sym typeface="Helvetica"/>
              </a:rPr>
              <a:t>Adonai S’fatai</a:t>
            </a:r>
            <a:r>
              <a:rPr lang="en-US" sz="5898">
                <a:solidFill>
                  <a:srgbClr val="000000"/>
                </a:solidFill>
                <a:latin typeface="Helvetica"/>
                <a:ea typeface="Helvetica"/>
                <a:cs typeface="Helvetica"/>
                <a:sym typeface="Helvetica"/>
              </a:rPr>
              <a:t> 124 or </a:t>
            </a:r>
            <a:r>
              <a:rPr lang="en-US" sz="5898">
                <a:solidFill>
                  <a:srgbClr val="008C95"/>
                </a:solidFill>
                <a:latin typeface="Helvetica"/>
                <a:ea typeface="Helvetica"/>
                <a:cs typeface="Helvetica"/>
                <a:sym typeface="Helvetica"/>
              </a:rPr>
              <a:t>98</a:t>
            </a:r>
          </a:p>
          <a:p>
            <a:pPr algn="ctr">
              <a:lnSpc>
                <a:spcPts val="7078"/>
              </a:lnSpc>
            </a:pPr>
            <a:r>
              <a:rPr lang="en-US" sz="5898">
                <a:solidFill>
                  <a:srgbClr val="008C95"/>
                </a:solidFill>
                <a:latin typeface="Helvetica"/>
                <a:ea typeface="Helvetica"/>
                <a:cs typeface="Helvetica"/>
                <a:sym typeface="Helvetica"/>
              </a:rPr>
              <a:t>Avot </a:t>
            </a:r>
            <a:r>
              <a:rPr lang="en-US" sz="5898">
                <a:solidFill>
                  <a:srgbClr val="000000"/>
                </a:solidFill>
                <a:latin typeface="Helvetica"/>
                <a:ea typeface="Helvetica"/>
                <a:cs typeface="Helvetica"/>
                <a:sym typeface="Helvetica"/>
              </a:rPr>
              <a:t>126 or </a:t>
            </a:r>
            <a:r>
              <a:rPr lang="en-US" sz="5898">
                <a:solidFill>
                  <a:srgbClr val="008C95"/>
                </a:solidFill>
                <a:latin typeface="Helvetica"/>
                <a:ea typeface="Helvetica"/>
                <a:cs typeface="Helvetica"/>
                <a:sym typeface="Helvetica"/>
              </a:rPr>
              <a:t>100</a:t>
            </a:r>
          </a:p>
          <a:p>
            <a:pPr algn="ctr">
              <a:lnSpc>
                <a:spcPts val="7078"/>
              </a:lnSpc>
            </a:pPr>
            <a:r>
              <a:rPr lang="en-US" sz="5898">
                <a:solidFill>
                  <a:srgbClr val="008C95"/>
                </a:solidFill>
                <a:latin typeface="Helvetica"/>
                <a:ea typeface="Helvetica"/>
                <a:cs typeface="Helvetica"/>
                <a:sym typeface="Helvetica"/>
              </a:rPr>
              <a:t>G’vurot</a:t>
            </a:r>
            <a:r>
              <a:rPr lang="en-US" sz="5898">
                <a:solidFill>
                  <a:srgbClr val="000000"/>
                </a:solidFill>
                <a:latin typeface="Helvetica"/>
                <a:ea typeface="Helvetica"/>
                <a:cs typeface="Helvetica"/>
                <a:sym typeface="Helvetica"/>
              </a:rPr>
              <a:t> 128 or </a:t>
            </a:r>
            <a:r>
              <a:rPr lang="en-US" sz="5898">
                <a:solidFill>
                  <a:srgbClr val="008C95"/>
                </a:solidFill>
                <a:latin typeface="Helvetica"/>
                <a:ea typeface="Helvetica"/>
                <a:cs typeface="Helvetica"/>
                <a:sym typeface="Helvetica"/>
              </a:rPr>
              <a:t>102</a:t>
            </a:r>
          </a:p>
          <a:p>
            <a:pPr algn="ctr">
              <a:lnSpc>
                <a:spcPts val="7078"/>
              </a:lnSpc>
            </a:pPr>
            <a:r>
              <a:rPr lang="en-US" sz="5898">
                <a:solidFill>
                  <a:srgbClr val="008C95"/>
                </a:solidFill>
                <a:latin typeface="Helvetica"/>
                <a:ea typeface="Helvetica"/>
                <a:cs typeface="Helvetica"/>
                <a:sym typeface="Helvetica"/>
              </a:rPr>
              <a:t>Kedushah</a:t>
            </a:r>
            <a:r>
              <a:rPr lang="en-US" sz="5898">
                <a:solidFill>
                  <a:srgbClr val="000000"/>
                </a:solidFill>
                <a:latin typeface="Helvetica"/>
                <a:ea typeface="Helvetica"/>
                <a:cs typeface="Helvetica"/>
                <a:sym typeface="Helvetica"/>
              </a:rPr>
              <a:t> 130 or </a:t>
            </a:r>
            <a:r>
              <a:rPr lang="en-US" sz="5898">
                <a:solidFill>
                  <a:srgbClr val="008C95"/>
                </a:solidFill>
                <a:latin typeface="Helvetica"/>
                <a:ea typeface="Helvetica"/>
                <a:cs typeface="Helvetica"/>
                <a:sym typeface="Helvetica"/>
              </a:rPr>
              <a:t>104</a:t>
            </a:r>
          </a:p>
          <a:p>
            <a:pPr algn="ctr">
              <a:lnSpc>
                <a:spcPts val="4826"/>
              </a:lnSpc>
            </a:pPr>
            <a:endParaRPr lang="en-US" sz="5898">
              <a:solidFill>
                <a:srgbClr val="008C95"/>
              </a:solidFill>
              <a:latin typeface="Helvetica"/>
              <a:ea typeface="Helvetica"/>
              <a:cs typeface="Helvetica"/>
              <a:sym typeface="Helvetica"/>
            </a:endParaRPr>
          </a:p>
          <a:p>
            <a:pPr algn="ctr">
              <a:lnSpc>
                <a:spcPts val="4826"/>
              </a:lnSpc>
            </a:pPr>
            <a:r>
              <a:rPr lang="en-US" sz="4021">
                <a:solidFill>
                  <a:srgbClr val="000000"/>
                </a:solidFill>
                <a:latin typeface="Helvetica"/>
                <a:ea typeface="Helvetica"/>
                <a:cs typeface="Helvetica"/>
                <a:sym typeface="Helvetica"/>
              </a:rPr>
              <a:t>Student siddur on the following page:</a:t>
            </a:r>
          </a:p>
          <a:p>
            <a:pPr algn="ctr">
              <a:lnSpc>
                <a:spcPts val="7078"/>
              </a:lnSpc>
            </a:pPr>
            <a:r>
              <a:rPr lang="en-US" sz="5898">
                <a:solidFill>
                  <a:srgbClr val="000000"/>
                </a:solidFill>
                <a:latin typeface="Helvetica"/>
                <a:ea typeface="Helvetica"/>
                <a:cs typeface="Helvetica"/>
                <a:sym typeface="Helvetica"/>
              </a:rPr>
              <a:t>10</a:t>
            </a:r>
          </a:p>
        </p:txBody>
      </p:sp>
      <p:sp>
        <p:nvSpPr>
          <p:cNvPr id="11" name="TextBox 11"/>
          <p:cNvSpPr txBox="1"/>
          <p:nvPr/>
        </p:nvSpPr>
        <p:spPr>
          <a:xfrm>
            <a:off x="2657835" y="262495"/>
            <a:ext cx="8644136" cy="528042"/>
          </a:xfrm>
          <a:prstGeom prst="rect">
            <a:avLst/>
          </a:prstGeom>
        </p:spPr>
        <p:txBody>
          <a:bodyPr lIns="0" tIns="0" rIns="0" bIns="0" rtlCol="0" anchor="t">
            <a:spAutoFit/>
          </a:bodyPr>
          <a:lstStyle/>
          <a:p>
            <a:pPr algn="l">
              <a:lnSpc>
                <a:spcPts val="4083"/>
              </a:lnSpc>
            </a:pPr>
            <a:r>
              <a:rPr lang="en-US" sz="3403" b="1">
                <a:solidFill>
                  <a:srgbClr val="002D72"/>
                </a:solidFill>
                <a:latin typeface="Helvetica Bold"/>
                <a:ea typeface="Helvetica Bold"/>
                <a:cs typeface="Helvetica Bold"/>
                <a:sym typeface="Helvetica Bold"/>
              </a:rPr>
              <a:t>Amidah</a:t>
            </a:r>
          </a:p>
        </p:txBody>
      </p:sp>
      <p:sp>
        <p:nvSpPr>
          <p:cNvPr id="12" name="TextBox 12"/>
          <p:cNvSpPr txBox="1"/>
          <p:nvPr/>
        </p:nvSpPr>
        <p:spPr>
          <a:xfrm>
            <a:off x="12500521" y="279759"/>
            <a:ext cx="3048000" cy="604540"/>
          </a:xfrm>
          <a:prstGeom prst="rect">
            <a:avLst/>
          </a:prstGeom>
        </p:spPr>
        <p:txBody>
          <a:bodyPr lIns="0" tIns="0" rIns="0" bIns="0" rtlCol="0" anchor="t">
            <a:spAutoFit/>
          </a:bodyPr>
          <a:lstStyle/>
          <a:p>
            <a:pPr algn="ctr" rtl="1">
              <a:lnSpc>
                <a:spcPts val="4555"/>
              </a:lnSpc>
              <a:spcBef>
                <a:spcPct val="0"/>
              </a:spcBef>
            </a:pPr>
            <a:r>
              <a:rPr lang="he-IL" sz="3796">
                <a:solidFill>
                  <a:srgbClr val="000000"/>
                </a:solidFill>
                <a:latin typeface="Helvetica"/>
                <a:ea typeface="Helvetica"/>
                <a:cs typeface="Helvetica"/>
                <a:sym typeface="Helvetica"/>
                <a:rtl/>
              </a:rPr>
              <a:t>עֲמִידָה</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A3367"/>
        </a:solidFill>
        <a:effectLst/>
      </p:bgPr>
    </p:bg>
    <p:spTree>
      <p:nvGrpSpPr>
        <p:cNvPr id="1" name=""/>
        <p:cNvGrpSpPr/>
        <p:nvPr/>
      </p:nvGrpSpPr>
      <p:grpSpPr>
        <a:xfrm>
          <a:off x="0" y="0"/>
          <a:ext cx="0" cy="0"/>
          <a:chOff x="0" y="0"/>
          <a:chExt cx="0" cy="0"/>
        </a:xfrm>
      </p:grpSpPr>
      <p:grpSp>
        <p:nvGrpSpPr>
          <p:cNvPr id="2" name="Group 2"/>
          <p:cNvGrpSpPr/>
          <p:nvPr/>
        </p:nvGrpSpPr>
        <p:grpSpPr>
          <a:xfrm>
            <a:off x="2270927" y="-15073"/>
            <a:ext cx="13722700" cy="517826"/>
            <a:chOff x="0" y="0"/>
            <a:chExt cx="13011153" cy="490976"/>
          </a:xfrm>
        </p:grpSpPr>
        <p:sp>
          <p:nvSpPr>
            <p:cNvPr id="3" name="Freeform 3"/>
            <p:cNvSpPr/>
            <p:nvPr/>
          </p:nvSpPr>
          <p:spPr>
            <a:xfrm>
              <a:off x="1651" y="1651"/>
              <a:ext cx="13007975" cy="487680"/>
            </a:xfrm>
            <a:custGeom>
              <a:avLst/>
              <a:gdLst/>
              <a:ahLst/>
              <a:cxnLst/>
              <a:rect l="l" t="t" r="r" b="b"/>
              <a:pathLst>
                <a:path w="13007975" h="487680">
                  <a:moveTo>
                    <a:pt x="0" y="0"/>
                  </a:moveTo>
                  <a:lnTo>
                    <a:pt x="13007975" y="0"/>
                  </a:lnTo>
                  <a:lnTo>
                    <a:pt x="13007975" y="487680"/>
                  </a:lnTo>
                  <a:lnTo>
                    <a:pt x="0" y="487680"/>
                  </a:lnTo>
                  <a:close/>
                </a:path>
              </a:pathLst>
            </a:custGeom>
            <a:solidFill>
              <a:srgbClr val="00696B"/>
            </a:solidFill>
          </p:spPr>
          <p:txBody>
            <a:bodyPr/>
            <a:lstStyle/>
            <a:p>
              <a:endParaRPr lang="en-US"/>
            </a:p>
          </p:txBody>
        </p:sp>
      </p:grpSp>
      <p:grpSp>
        <p:nvGrpSpPr>
          <p:cNvPr id="4" name="Group 4"/>
          <p:cNvGrpSpPr/>
          <p:nvPr/>
        </p:nvGrpSpPr>
        <p:grpSpPr>
          <a:xfrm>
            <a:off x="2270927" y="10115507"/>
            <a:ext cx="13722700" cy="175700"/>
            <a:chOff x="0" y="0"/>
            <a:chExt cx="13011153" cy="166590"/>
          </a:xfrm>
        </p:grpSpPr>
        <p:sp>
          <p:nvSpPr>
            <p:cNvPr id="5" name="Freeform 5"/>
            <p:cNvSpPr/>
            <p:nvPr/>
          </p:nvSpPr>
          <p:spPr>
            <a:xfrm>
              <a:off x="1651" y="1651"/>
              <a:ext cx="13007975" cy="163322"/>
            </a:xfrm>
            <a:custGeom>
              <a:avLst/>
              <a:gdLst/>
              <a:ahLst/>
              <a:cxnLst/>
              <a:rect l="l" t="t" r="r" b="b"/>
              <a:pathLst>
                <a:path w="13007975" h="163322">
                  <a:moveTo>
                    <a:pt x="0" y="0"/>
                  </a:moveTo>
                  <a:lnTo>
                    <a:pt x="13007975" y="0"/>
                  </a:lnTo>
                  <a:lnTo>
                    <a:pt x="13007975" y="163322"/>
                  </a:lnTo>
                  <a:lnTo>
                    <a:pt x="0" y="163322"/>
                  </a:lnTo>
                  <a:close/>
                </a:path>
              </a:pathLst>
            </a:custGeom>
            <a:solidFill>
              <a:srgbClr val="00696B"/>
            </a:solidFill>
          </p:spPr>
          <p:txBody>
            <a:bodyPr/>
            <a:lstStyle/>
            <a:p>
              <a:endParaRPr lang="en-US"/>
            </a:p>
          </p:txBody>
        </p:sp>
      </p:grpSp>
      <p:grpSp>
        <p:nvGrpSpPr>
          <p:cNvPr id="6" name="Group 6"/>
          <p:cNvGrpSpPr/>
          <p:nvPr/>
        </p:nvGrpSpPr>
        <p:grpSpPr>
          <a:xfrm>
            <a:off x="12934" y="-15940"/>
            <a:ext cx="18283533" cy="517826"/>
            <a:chOff x="0" y="0"/>
            <a:chExt cx="13011153" cy="490976"/>
          </a:xfrm>
        </p:grpSpPr>
        <p:sp>
          <p:nvSpPr>
            <p:cNvPr id="7" name="Freeform 7"/>
            <p:cNvSpPr/>
            <p:nvPr/>
          </p:nvSpPr>
          <p:spPr>
            <a:xfrm>
              <a:off x="1651" y="1651"/>
              <a:ext cx="13007975" cy="487680"/>
            </a:xfrm>
            <a:custGeom>
              <a:avLst/>
              <a:gdLst/>
              <a:ahLst/>
              <a:cxnLst/>
              <a:rect l="l" t="t" r="r" b="b"/>
              <a:pathLst>
                <a:path w="13007975" h="487680">
                  <a:moveTo>
                    <a:pt x="0" y="0"/>
                  </a:moveTo>
                  <a:lnTo>
                    <a:pt x="13007975" y="0"/>
                  </a:lnTo>
                  <a:lnTo>
                    <a:pt x="13007975" y="487680"/>
                  </a:lnTo>
                  <a:lnTo>
                    <a:pt x="0" y="487680"/>
                  </a:lnTo>
                  <a:close/>
                </a:path>
              </a:pathLst>
            </a:custGeom>
            <a:solidFill>
              <a:srgbClr val="00696B"/>
            </a:solidFill>
          </p:spPr>
          <p:txBody>
            <a:bodyPr/>
            <a:lstStyle/>
            <a:p>
              <a:endParaRPr lang="en-US"/>
            </a:p>
          </p:txBody>
        </p:sp>
      </p:grpSp>
      <p:sp>
        <p:nvSpPr>
          <p:cNvPr id="9" name="Freeform 9"/>
          <p:cNvSpPr/>
          <p:nvPr/>
        </p:nvSpPr>
        <p:spPr>
          <a:xfrm>
            <a:off x="13730519" y="56625"/>
            <a:ext cx="2263109" cy="490065"/>
          </a:xfrm>
          <a:custGeom>
            <a:avLst/>
            <a:gdLst/>
            <a:ahLst/>
            <a:cxnLst/>
            <a:rect l="l" t="t" r="r" b="b"/>
            <a:pathLst>
              <a:path w="2145762" h="464654">
                <a:moveTo>
                  <a:pt x="0" y="0"/>
                </a:moveTo>
                <a:lnTo>
                  <a:pt x="2145762" y="0"/>
                </a:lnTo>
                <a:lnTo>
                  <a:pt x="2145762" y="464654"/>
                </a:lnTo>
                <a:lnTo>
                  <a:pt x="0" y="464654"/>
                </a:lnTo>
                <a:close/>
              </a:path>
            </a:pathLst>
          </a:custGeom>
        </p:spPr>
        <p:txBody>
          <a:bodyPr/>
          <a:lstStyle/>
          <a:p>
            <a:endParaRPr lang="en-US"/>
          </a:p>
        </p:txBody>
      </p:sp>
      <p:grpSp>
        <p:nvGrpSpPr>
          <p:cNvPr id="11" name="Group 11"/>
          <p:cNvGrpSpPr/>
          <p:nvPr/>
        </p:nvGrpSpPr>
        <p:grpSpPr>
          <a:xfrm>
            <a:off x="0" y="10114749"/>
            <a:ext cx="18288000" cy="172252"/>
            <a:chOff x="0" y="0"/>
            <a:chExt cx="13011153" cy="166590"/>
          </a:xfrm>
        </p:grpSpPr>
        <p:sp>
          <p:nvSpPr>
            <p:cNvPr id="12" name="Freeform 12"/>
            <p:cNvSpPr/>
            <p:nvPr/>
          </p:nvSpPr>
          <p:spPr>
            <a:xfrm>
              <a:off x="1651" y="1651"/>
              <a:ext cx="13007975" cy="163322"/>
            </a:xfrm>
            <a:custGeom>
              <a:avLst/>
              <a:gdLst/>
              <a:ahLst/>
              <a:cxnLst/>
              <a:rect l="l" t="t" r="r" b="b"/>
              <a:pathLst>
                <a:path w="13007975" h="163322">
                  <a:moveTo>
                    <a:pt x="0" y="0"/>
                  </a:moveTo>
                  <a:lnTo>
                    <a:pt x="13007975" y="0"/>
                  </a:lnTo>
                  <a:lnTo>
                    <a:pt x="13007975" y="163322"/>
                  </a:lnTo>
                  <a:lnTo>
                    <a:pt x="0" y="163322"/>
                  </a:lnTo>
                  <a:close/>
                </a:path>
              </a:pathLst>
            </a:custGeom>
            <a:solidFill>
              <a:srgbClr val="00696B"/>
            </a:solidFill>
          </p:spPr>
          <p:txBody>
            <a:bodyPr/>
            <a:lstStyle/>
            <a:p>
              <a:endParaRPr lang="en-US"/>
            </a:p>
          </p:txBody>
        </p:sp>
      </p:grpSp>
      <p:sp>
        <p:nvSpPr>
          <p:cNvPr id="13" name="TextBox 13"/>
          <p:cNvSpPr txBox="1"/>
          <p:nvPr/>
        </p:nvSpPr>
        <p:spPr>
          <a:xfrm>
            <a:off x="2202459" y="8257325"/>
            <a:ext cx="8777784" cy="784786"/>
          </a:xfrm>
          <a:prstGeom prst="rect">
            <a:avLst/>
          </a:prstGeom>
        </p:spPr>
        <p:txBody>
          <a:bodyPr lIns="0" tIns="0" rIns="0" bIns="0" rtlCol="0" anchor="t">
            <a:spAutoFit/>
          </a:bodyPr>
          <a:lstStyle/>
          <a:p>
            <a:pPr algn="ctr">
              <a:lnSpc>
                <a:spcPts val="6458"/>
              </a:lnSpc>
            </a:pPr>
            <a:r>
              <a:rPr lang="en-US" sz="3588" i="1" dirty="0">
                <a:solidFill>
                  <a:srgbClr val="F3D048"/>
                </a:solidFill>
                <a:latin typeface="Helvetica Italics"/>
                <a:ea typeface="Helvetica Italics"/>
                <a:cs typeface="Helvetica Italics"/>
                <a:sym typeface="Helvetica Italics"/>
              </a:rPr>
              <a:t>Adonai, </a:t>
            </a:r>
            <a:r>
              <a:rPr lang="en-US" sz="3588" i="1" dirty="0" err="1">
                <a:solidFill>
                  <a:srgbClr val="F3D048"/>
                </a:solidFill>
                <a:latin typeface="Helvetica Italics"/>
                <a:ea typeface="Helvetica Italics"/>
                <a:cs typeface="Helvetica Italics"/>
                <a:sym typeface="Helvetica Italics"/>
              </a:rPr>
              <a:t>s'fatai</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tiftach</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ufi</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yagid</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t'hilatecha</a:t>
            </a:r>
            <a:r>
              <a:rPr lang="en-US" sz="3588" i="1" dirty="0">
                <a:solidFill>
                  <a:srgbClr val="F3D048"/>
                </a:solidFill>
                <a:latin typeface="Helvetica Italics"/>
                <a:ea typeface="Helvetica Italics"/>
                <a:cs typeface="Helvetica Italics"/>
                <a:sym typeface="Helvetica Italics"/>
              </a:rPr>
              <a:t>.</a:t>
            </a:r>
          </a:p>
        </p:txBody>
      </p:sp>
      <p:grpSp>
        <p:nvGrpSpPr>
          <p:cNvPr id="14" name="Group 14"/>
          <p:cNvGrpSpPr>
            <a:grpSpLocks noChangeAspect="1"/>
          </p:cNvGrpSpPr>
          <p:nvPr/>
        </p:nvGrpSpPr>
        <p:grpSpPr>
          <a:xfrm>
            <a:off x="10958034" y="5223730"/>
            <a:ext cx="5035593" cy="4800810"/>
            <a:chOff x="0" y="0"/>
            <a:chExt cx="7397633" cy="7052721"/>
          </a:xfrm>
        </p:grpSpPr>
        <p:sp>
          <p:nvSpPr>
            <p:cNvPr id="15" name="Freeform 15"/>
            <p:cNvSpPr/>
            <p:nvPr/>
          </p:nvSpPr>
          <p:spPr>
            <a:xfrm>
              <a:off x="0" y="0"/>
              <a:ext cx="7397623" cy="7052691"/>
            </a:xfrm>
            <a:custGeom>
              <a:avLst/>
              <a:gdLst/>
              <a:ahLst/>
              <a:cxnLst/>
              <a:rect l="l" t="t" r="r" b="b"/>
              <a:pathLst>
                <a:path w="7397623" h="7052691">
                  <a:moveTo>
                    <a:pt x="0" y="0"/>
                  </a:moveTo>
                  <a:lnTo>
                    <a:pt x="7397623" y="0"/>
                  </a:lnTo>
                  <a:lnTo>
                    <a:pt x="7397623" y="7052691"/>
                  </a:lnTo>
                  <a:lnTo>
                    <a:pt x="0" y="7052691"/>
                  </a:lnTo>
                  <a:lnTo>
                    <a:pt x="0" y="0"/>
                  </a:lnTo>
                  <a:close/>
                </a:path>
              </a:pathLst>
            </a:custGeom>
            <a:blipFill>
              <a:blip r:embed="rId2"/>
              <a:stretch>
                <a:fillRect l="-1" r="-1"/>
              </a:stretch>
            </a:blipFill>
          </p:spPr>
          <p:txBody>
            <a:bodyPr/>
            <a:lstStyle/>
            <a:p>
              <a:endParaRPr lang="en-US"/>
            </a:p>
          </p:txBody>
        </p:sp>
      </p:grpSp>
      <p:grpSp>
        <p:nvGrpSpPr>
          <p:cNvPr id="16" name="Group 16"/>
          <p:cNvGrpSpPr>
            <a:grpSpLocks noChangeAspect="1"/>
          </p:cNvGrpSpPr>
          <p:nvPr/>
        </p:nvGrpSpPr>
        <p:grpSpPr>
          <a:xfrm>
            <a:off x="4545407" y="5960669"/>
            <a:ext cx="5569120" cy="1804018"/>
            <a:chOff x="0" y="0"/>
            <a:chExt cx="4094077" cy="1326204"/>
          </a:xfrm>
        </p:grpSpPr>
        <p:sp>
          <p:nvSpPr>
            <p:cNvPr id="17" name="Freeform 17"/>
            <p:cNvSpPr/>
            <p:nvPr/>
          </p:nvSpPr>
          <p:spPr>
            <a:xfrm>
              <a:off x="0" y="0"/>
              <a:ext cx="4094099" cy="1326261"/>
            </a:xfrm>
            <a:custGeom>
              <a:avLst/>
              <a:gdLst/>
              <a:ahLst/>
              <a:cxnLst/>
              <a:rect l="l" t="t" r="r" b="b"/>
              <a:pathLst>
                <a:path w="4094099" h="1326261">
                  <a:moveTo>
                    <a:pt x="0" y="0"/>
                  </a:moveTo>
                  <a:lnTo>
                    <a:pt x="4094099" y="0"/>
                  </a:lnTo>
                  <a:lnTo>
                    <a:pt x="4094099" y="1326261"/>
                  </a:lnTo>
                  <a:lnTo>
                    <a:pt x="0" y="1326261"/>
                  </a:lnTo>
                  <a:lnTo>
                    <a:pt x="0" y="0"/>
                  </a:lnTo>
                  <a:close/>
                </a:path>
              </a:pathLst>
            </a:custGeom>
            <a:blipFill>
              <a:blip r:embed="rId3"/>
              <a:stretch>
                <a:fillRect b="4"/>
              </a:stretch>
            </a:blipFill>
          </p:spPr>
          <p:txBody>
            <a:bodyPr/>
            <a:lstStyle/>
            <a:p>
              <a:endParaRPr lang="en-US"/>
            </a:p>
          </p:txBody>
        </p:sp>
      </p:grpSp>
      <p:grpSp>
        <p:nvGrpSpPr>
          <p:cNvPr id="18" name="Group 18"/>
          <p:cNvGrpSpPr>
            <a:grpSpLocks noChangeAspect="1"/>
          </p:cNvGrpSpPr>
          <p:nvPr/>
        </p:nvGrpSpPr>
        <p:grpSpPr>
          <a:xfrm>
            <a:off x="14032470" y="502754"/>
            <a:ext cx="1969530" cy="4720976"/>
            <a:chOff x="0" y="0"/>
            <a:chExt cx="1867406" cy="4476185"/>
          </a:xfrm>
        </p:grpSpPr>
        <p:sp>
          <p:nvSpPr>
            <p:cNvPr id="19" name="Freeform 19"/>
            <p:cNvSpPr/>
            <p:nvPr/>
          </p:nvSpPr>
          <p:spPr>
            <a:xfrm>
              <a:off x="0" y="0"/>
              <a:ext cx="1867408" cy="4476242"/>
            </a:xfrm>
            <a:custGeom>
              <a:avLst/>
              <a:gdLst/>
              <a:ahLst/>
              <a:cxnLst/>
              <a:rect l="l" t="t" r="r" b="b"/>
              <a:pathLst>
                <a:path w="1867408" h="4476242">
                  <a:moveTo>
                    <a:pt x="0" y="0"/>
                  </a:moveTo>
                  <a:lnTo>
                    <a:pt x="1867408" y="0"/>
                  </a:lnTo>
                  <a:lnTo>
                    <a:pt x="1867408" y="4476242"/>
                  </a:lnTo>
                  <a:lnTo>
                    <a:pt x="0" y="4476242"/>
                  </a:lnTo>
                  <a:lnTo>
                    <a:pt x="0" y="0"/>
                  </a:lnTo>
                  <a:close/>
                </a:path>
              </a:pathLst>
            </a:custGeom>
            <a:blipFill>
              <a:blip r:embed="rId4"/>
              <a:stretch>
                <a:fillRect b="1"/>
              </a:stretch>
            </a:blipFill>
          </p:spPr>
          <p:txBody>
            <a:bodyPr/>
            <a:lstStyle/>
            <a:p>
              <a:endParaRPr lang="en-US"/>
            </a:p>
          </p:txBody>
        </p:sp>
      </p:grpSp>
      <p:sp>
        <p:nvSpPr>
          <p:cNvPr id="23" name="TextBox 23"/>
          <p:cNvSpPr txBox="1"/>
          <p:nvPr/>
        </p:nvSpPr>
        <p:spPr>
          <a:xfrm>
            <a:off x="3314700" y="719166"/>
            <a:ext cx="9560765" cy="4050026"/>
          </a:xfrm>
          <a:prstGeom prst="rect">
            <a:avLst/>
          </a:prstGeom>
        </p:spPr>
        <p:txBody>
          <a:bodyPr lIns="0" tIns="0" rIns="0" bIns="0" rtlCol="0" anchor="t">
            <a:spAutoFit/>
          </a:bodyPr>
          <a:lstStyle/>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A thought has blown the market place away</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There is a song on the wind and joy in the trees</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Shabbat has arrived in the world</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Scattering a song in the silence of the night</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And eternity utters a day (2x)</a:t>
            </a:r>
          </a:p>
        </p:txBody>
      </p:sp>
      <p:sp>
        <p:nvSpPr>
          <p:cNvPr id="24" name="TextBox 22">
            <a:extLst>
              <a:ext uri="{FF2B5EF4-FFF2-40B4-BE49-F238E27FC236}">
                <a16:creationId xmlns:a16="http://schemas.microsoft.com/office/drawing/2014/main" id="{77C47C40-BCF7-ACED-024B-7FE19EF906A3}"/>
              </a:ext>
            </a:extLst>
          </p:cNvPr>
          <p:cNvSpPr txBox="1"/>
          <p:nvPr/>
        </p:nvSpPr>
        <p:spPr>
          <a:xfrm>
            <a:off x="178769" y="55044"/>
            <a:ext cx="3019452" cy="467802"/>
          </a:xfrm>
          <a:prstGeom prst="rect">
            <a:avLst/>
          </a:prstGeom>
        </p:spPr>
        <p:txBody>
          <a:bodyPr lIns="0" tIns="0" rIns="0" bIns="0" rtlCol="0" anchor="ctr"/>
          <a:lstStyle/>
          <a:p>
            <a:pPr algn="l">
              <a:lnSpc>
                <a:spcPts val="3037"/>
              </a:lnSpc>
            </a:pPr>
            <a:r>
              <a:rPr lang="en-US" sz="2531" dirty="0">
                <a:solidFill>
                  <a:srgbClr val="F6CB58"/>
                </a:solidFill>
                <a:latin typeface="Helvetica"/>
                <a:ea typeface="Helvetica"/>
                <a:cs typeface="Helvetica"/>
                <a:sym typeface="Helvetica"/>
              </a:rPr>
              <a:t>Eternity Utters a Day</a:t>
            </a:r>
          </a:p>
        </p:txBody>
      </p:sp>
      <p:sp>
        <p:nvSpPr>
          <p:cNvPr id="25" name="TextBox 10">
            <a:extLst>
              <a:ext uri="{FF2B5EF4-FFF2-40B4-BE49-F238E27FC236}">
                <a16:creationId xmlns:a16="http://schemas.microsoft.com/office/drawing/2014/main" id="{FF3F6A40-7614-D592-2D4F-43104274625D}"/>
              </a:ext>
            </a:extLst>
          </p:cNvPr>
          <p:cNvSpPr txBox="1"/>
          <p:nvPr/>
        </p:nvSpPr>
        <p:spPr>
          <a:xfrm>
            <a:off x="15982892" y="1775"/>
            <a:ext cx="2263109" cy="510157"/>
          </a:xfrm>
          <a:prstGeom prst="rect">
            <a:avLst/>
          </a:prstGeom>
        </p:spPr>
        <p:txBody>
          <a:bodyPr lIns="0" tIns="0" rIns="0" bIns="0" rtlCol="0" anchor="ctr"/>
          <a:lstStyle/>
          <a:p>
            <a:pPr algn="ctr">
              <a:lnSpc>
                <a:spcPts val="3038"/>
              </a:lnSpc>
            </a:pPr>
            <a:r>
              <a:rPr lang="en-US" sz="2531" dirty="0">
                <a:solidFill>
                  <a:srgbClr val="F6CB58"/>
                </a:solidFill>
                <a:latin typeface="Helvetica"/>
                <a:ea typeface="Helvetica"/>
                <a:cs typeface="Helvetica"/>
                <a:sym typeface="Helvetica"/>
              </a:rPr>
              <a:t>Dan Nichols</a:t>
            </a:r>
          </a:p>
        </p:txBody>
      </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b="1">
                <a:solidFill>
                  <a:srgbClr val="FFFFFF"/>
                </a:solidFill>
                <a:latin typeface="Calibri (MS)"/>
                <a:cs typeface="Calibri (MS)"/>
              </a:rPr>
              <a:t>• Amidah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a:p>
            <a:pPr algn="l">
              <a:lnSpc>
                <a:spcPts val="5760"/>
              </a:lnSpc>
            </a:pPr>
            <a:r>
              <a:rPr lang="en-US" sz="3600">
                <a:solidFill>
                  <a:srgbClr val="FFFFFF"/>
                </a:solidFill>
                <a:latin typeface="Calibri (MS)"/>
                <a:cs typeface="Calibri (MS)"/>
              </a:rPr>
              <a:t>Mi shebeirach imoteinu,</a:t>
            </a:r>
          </a:p>
          <a:p>
            <a:pPr algn="l">
              <a:lnSpc>
                <a:spcPts val="5760"/>
              </a:lnSpc>
            </a:pPr>
            <a:r>
              <a:rPr lang="en-US" sz="3600">
                <a:solidFill>
                  <a:srgbClr val="FFFFFF"/>
                </a:solidFill>
                <a:latin typeface="Calibri (MS)"/>
                <a:cs typeface="Calibri (MS)"/>
              </a:rPr>
              <a:t>m'kor hab'rachah la'avoteinu.</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a:p>
            <a:pPr algn="r" rtl="1">
              <a:lnSpc>
                <a:spcPts val="5760"/>
              </a:lnSpc>
            </a:pPr>
            <a:r>
              <a:rPr lang="he-IL" sz="4500">
                <a:solidFill>
                  <a:srgbClr val="FFFFFF"/>
                </a:solidFill>
                <a:latin typeface="David Libre"/>
                <a:ea typeface="David Libre"/>
                <a:cs typeface="David Libre"/>
                <a:sym typeface="David Libre"/>
                <a:rtl/>
              </a:rPr>
              <a:t>מִי שֶׁבֵּרַךְ אִמּוֹתֵינוּ,</a:t>
            </a:r>
          </a:p>
          <a:p>
            <a:pPr algn="r" rtl="1">
              <a:lnSpc>
                <a:spcPts val="5760"/>
              </a:lnSpc>
            </a:pPr>
            <a:r>
              <a:rPr lang="he-IL" sz="450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May the One who blessed our fathers be the source of blessing for our mothers; may the One who blessed our mothers be the source of blessing for our fathers.</a:t>
              </a:r>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English refrain — Debbie Friedman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B8E3E6"/>
                  </a:solidFill>
                  <a:latin typeface="Calibri (MS)"/>
                  <a:cs typeface="Calibri (MS)"/>
                </a:rPr>
                <a:t>Friedman's English refrain is her own copyrighted lyric, so it is not reproduced here. Paste in the school's existing slide.</a:t>
              </a:r>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654911"/>
          </a:xfrm>
          <a:prstGeom prst="rect">
            <a:avLst/>
          </a:prstGeom>
        </p:spPr>
        <p:txBody>
          <a:bodyPr lIns="0" tIns="0" rIns="0" bIns="0" rtlCol="0" anchor="t">
            <a:spAutoFit/>
          </a:bodyPr>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chemeClr val="tx1">
                    <a:lumMod val="50000"/>
                    <a:lumOff val="50000"/>
                  </a:schemeClr>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684855"/>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chemeClr val="tx1">
                    <a:lumMod val="50000"/>
                    <a:lumOff val="50000"/>
                  </a:schemeClr>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b="1">
                <a:solidFill>
                  <a:srgbClr val="FFFFFF"/>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8C95"/>
        </a:solidFill>
        <a:effectLst/>
      </p:bgPr>
    </p:bg>
    <p:spTree>
      <p:nvGrpSpPr>
        <p:cNvPr id="1" name=""/>
        <p:cNvGrpSpPr/>
        <p:nvPr/>
      </p:nvGrpSpPr>
      <p:grpSpPr>
        <a:xfrm>
          <a:off x="0" y="0"/>
          <a:ext cx="0" cy="0"/>
          <a:chOff x="0" y="0"/>
          <a:chExt cx="0" cy="0"/>
        </a:xfrm>
      </p:grpSpPr>
      <p:grpSp>
        <p:nvGrpSpPr>
          <p:cNvPr id="2" name="Group 2"/>
          <p:cNvGrpSpPr/>
          <p:nvPr/>
        </p:nvGrpSpPr>
        <p:grpSpPr>
          <a:xfrm>
            <a:off x="3746788" y="1293996"/>
            <a:ext cx="10434271" cy="1449204"/>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p:spPr>
          <p:txBody>
            <a:bodyPr/>
            <a:lstStyle/>
            <a:p>
              <a:endParaRPr lang="en-US"/>
            </a:p>
          </p:txBody>
        </p:sp>
        <p:sp>
          <p:nvSpPr>
            <p:cNvPr id="4" name="TextBox 4"/>
            <p:cNvSpPr txBox="1"/>
            <p:nvPr/>
          </p:nvSpPr>
          <p:spPr>
            <a:xfrm>
              <a:off x="0" y="0"/>
              <a:ext cx="11704320" cy="1625600"/>
            </a:xfrm>
            <a:prstGeom prst="rect">
              <a:avLst/>
            </a:prstGeom>
          </p:spPr>
          <p:txBody>
            <a:bodyPr lIns="0" tIns="0" rIns="0" bIns="0" rtlCol="0" anchor="ctr"/>
            <a:lstStyle/>
            <a:p>
              <a:pPr algn="ctr">
                <a:lnSpc>
                  <a:spcPts val="7127"/>
                </a:lnSpc>
              </a:pPr>
              <a:r>
                <a:rPr lang="en-US" sz="5939">
                  <a:solidFill>
                    <a:srgbClr val="002D72"/>
                  </a:solidFill>
                  <a:latin typeface="TAN Headline"/>
                  <a:ea typeface="TAN Headline"/>
                  <a:cs typeface="TAN Headline"/>
                  <a:sym typeface="TAN Headline"/>
                </a:rPr>
                <a:t>Happy Birthday</a:t>
              </a:r>
            </a:p>
          </p:txBody>
        </p:sp>
      </p:grpSp>
      <p:grpSp>
        <p:nvGrpSpPr>
          <p:cNvPr id="5" name="Group 5"/>
          <p:cNvGrpSpPr>
            <a:grpSpLocks noChangeAspect="1"/>
          </p:cNvGrpSpPr>
          <p:nvPr/>
        </p:nvGrpSpPr>
        <p:grpSpPr>
          <a:xfrm>
            <a:off x="5537714" y="2743200"/>
            <a:ext cx="7212571" cy="3792417"/>
            <a:chOff x="0" y="0"/>
            <a:chExt cx="6838586" cy="3595773"/>
          </a:xfrm>
        </p:grpSpPr>
        <p:sp>
          <p:nvSpPr>
            <p:cNvPr id="6" name="Freeform 6" descr="The Happy Birthday Song: All Together Now! - Nelligan Law"/>
            <p:cNvSpPr/>
            <p:nvPr/>
          </p:nvSpPr>
          <p:spPr>
            <a:xfrm>
              <a:off x="0" y="0"/>
              <a:ext cx="6838569" cy="3595751"/>
            </a:xfrm>
            <a:custGeom>
              <a:avLst/>
              <a:gdLst/>
              <a:ahLst/>
              <a:cxnLst/>
              <a:rect l="l" t="t" r="r" b="b"/>
              <a:pathLst>
                <a:path w="6838569" h="3595751">
                  <a:moveTo>
                    <a:pt x="0" y="0"/>
                  </a:moveTo>
                  <a:lnTo>
                    <a:pt x="6838569" y="0"/>
                  </a:lnTo>
                  <a:lnTo>
                    <a:pt x="6838569" y="3595751"/>
                  </a:lnTo>
                  <a:lnTo>
                    <a:pt x="0" y="3595751"/>
                  </a:lnTo>
                  <a:lnTo>
                    <a:pt x="0" y="0"/>
                  </a:lnTo>
                  <a:close/>
                </a:path>
              </a:pathLst>
            </a:custGeom>
            <a:blipFill>
              <a:blip r:embed="rId2"/>
              <a:stretch>
                <a:fillRect/>
              </a:stretch>
            </a:blipFill>
          </p:spPr>
          <p:txBody>
            <a:bodyPr/>
            <a:lstStyle/>
            <a:p>
              <a:endParaRPr lang="en-US"/>
            </a:p>
          </p:txBody>
        </p:sp>
      </p:grpSp>
      <p:sp>
        <p:nvSpPr>
          <p:cNvPr id="7" name="TextBox 7"/>
          <p:cNvSpPr txBox="1"/>
          <p:nvPr/>
        </p:nvSpPr>
        <p:spPr>
          <a:xfrm>
            <a:off x="3314700" y="8502953"/>
            <a:ext cx="11900865" cy="669798"/>
          </a:xfrm>
          <a:prstGeom prst="rect">
            <a:avLst/>
          </a:prstGeom>
        </p:spPr>
        <p:txBody>
          <a:bodyPr lIns="0" tIns="0" rIns="0" bIns="0" rtlCol="0" anchor="t">
            <a:spAutoFit/>
          </a:bodyPr>
          <a:lstStyle/>
          <a:p>
            <a:pPr algn="ctr">
              <a:lnSpc>
                <a:spcPts val="4221"/>
              </a:lnSpc>
            </a:pPr>
            <a:r>
              <a:rPr lang="en-US" sz="4396">
                <a:solidFill>
                  <a:srgbClr val="000000"/>
                </a:solidFill>
                <a:latin typeface="Calibri (MS)"/>
                <a:ea typeface="Calibri (MS)"/>
                <a:cs typeface="Calibri (MS)"/>
                <a:sym typeface="Calibri (MS)"/>
              </a:rPr>
              <a:t> </a:t>
            </a:r>
            <a:r>
              <a:rPr lang="en-US" sz="4396" i="1">
                <a:solidFill>
                  <a:srgbClr val="000000"/>
                </a:solidFill>
                <a:latin typeface="Calibri (MS) Italics"/>
                <a:ea typeface="Calibri (MS) Italics"/>
                <a:cs typeface="Calibri (MS) Italics"/>
                <a:sym typeface="Calibri (MS) Italics"/>
              </a:rPr>
              <a:t>Shehechiyanu v’kiyamanu v’higiyanu lazman hazeh </a:t>
            </a:r>
          </a:p>
        </p:txBody>
      </p:sp>
      <p:sp>
        <p:nvSpPr>
          <p:cNvPr id="8" name="TextBox 8"/>
          <p:cNvSpPr txBox="1"/>
          <p:nvPr/>
        </p:nvSpPr>
        <p:spPr>
          <a:xfrm>
            <a:off x="2636152" y="7104589"/>
            <a:ext cx="13090224" cy="819124"/>
          </a:xfrm>
          <a:prstGeom prst="rect">
            <a:avLst/>
          </a:prstGeom>
        </p:spPr>
        <p:txBody>
          <a:bodyPr lIns="0" tIns="0" rIns="0" bIns="0" rtlCol="0" anchor="t">
            <a:spAutoFit/>
          </a:bodyPr>
          <a:lstStyle/>
          <a:p>
            <a:pPr algn="ctr" rtl="1">
              <a:lnSpc>
                <a:spcPts val="6719"/>
              </a:lnSpc>
              <a:spcBef>
                <a:spcPct val="0"/>
              </a:spcBef>
            </a:pPr>
            <a:r>
              <a:rPr lang="he-IL" sz="3999" i="1">
                <a:solidFill>
                  <a:srgbClr val="000000"/>
                </a:solidFill>
                <a:latin typeface="Helvetica Italics"/>
                <a:ea typeface="Helvetica Italics"/>
                <a:cs typeface="Helvetica Italics"/>
                <a:sym typeface="Helvetica Italics"/>
                <a:rtl/>
              </a:rPr>
              <a:t>בָּרוּךְ אַתָּה יְיָ אֱלֹהֵינוּ מֶלֶךְ הָעוֹלָם שֶׁהֶחֱיָנוּ וְקִיְּמָנוּ וְהִגִּיעָנוּ לַזְּמַן הַזֶּה׃</a:t>
            </a:r>
          </a:p>
        </p:txBody>
      </p:sp>
      <p:sp>
        <p:nvSpPr>
          <p:cNvPr id="9" name="TextBox 9"/>
          <p:cNvSpPr txBox="1"/>
          <p:nvPr/>
        </p:nvSpPr>
        <p:spPr>
          <a:xfrm>
            <a:off x="4704739" y="-452271"/>
            <a:ext cx="8045528" cy="1647246"/>
          </a:xfrm>
          <a:prstGeom prst="rect">
            <a:avLst/>
          </a:prstGeom>
        </p:spPr>
        <p:txBody>
          <a:bodyPr wrap="square" lIns="0" tIns="0" rIns="0" bIns="0" rtlCol="0" anchor="t">
            <a:spAutoFit/>
          </a:bodyPr>
          <a:lstStyle/>
          <a:p>
            <a:pPr algn="ctr" rtl="1">
              <a:lnSpc>
                <a:spcPts val="14325"/>
              </a:lnSpc>
              <a:spcBef>
                <a:spcPct val="0"/>
              </a:spcBef>
            </a:pPr>
            <a:r>
              <a:rPr lang="he-IL" sz="8526" dirty="0">
                <a:solidFill>
                  <a:srgbClr val="002D72"/>
                </a:solidFill>
                <a:latin typeface="FB FRealBelet"/>
                <a:ea typeface="FB FRealBelet"/>
                <a:cs typeface="FB FRealBelet"/>
                <a:sym typeface="FB FRealBelet"/>
                <a:rtl/>
              </a:rPr>
              <a:t>יוֹם הוּלֶדֶת שָׂמֵחַ</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a:solidFill>
                  <a:srgbClr val="B8E3E6"/>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endParaRPr lang="en-US" sz="3600" dirty="0">
              <a:solidFill>
                <a:srgbClr val="FFFFFF"/>
              </a:solidFill>
              <a:latin typeface="Calibri (MS)"/>
              <a:ea typeface="Calibri (MS)"/>
              <a:cs typeface="Calibri (MS)"/>
              <a:sym typeface="Calibri (MS)"/>
            </a:endParaRPr>
          </a:p>
          <a:p>
            <a:pPr algn="l">
              <a:lnSpc>
                <a:spcPts val="5760"/>
              </a:lnSpc>
            </a:pP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b="1">
                <a:solidFill>
                  <a:srgbClr val="FFFFFF"/>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7BEC5AF-DA4D-15C3-78A7-8E173F3F7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5135" y="4914900"/>
            <a:ext cx="1981200" cy="3467100"/>
          </a:xfrm>
          <a:prstGeom prst="rect">
            <a:avLst/>
          </a:prstGeom>
        </p:spPr>
      </p:pic>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4" name="Freeform 9">
            <a:extLst>
              <a:ext uri="{FF2B5EF4-FFF2-40B4-BE49-F238E27FC236}">
                <a16:creationId xmlns:a16="http://schemas.microsoft.com/office/drawing/2014/main" id="{62C06A95-5B62-13FA-4FA5-F424ED7060A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398705"/>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a:extLst>
                <a:ext uri="{FF2B5EF4-FFF2-40B4-BE49-F238E27FC236}">
                  <a16:creationId xmlns:a16="http://schemas.microsoft.com/office/drawing/2014/main" id="{10E9320F-065E-DAB4-C672-308D11A2AD6B}"/>
                </a:ext>
              </a:extLst>
            </p:cNvPr>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4" name="Freeform 9">
            <a:extLst>
              <a:ext uri="{FF2B5EF4-FFF2-40B4-BE49-F238E27FC236}">
                <a16:creationId xmlns:a16="http://schemas.microsoft.com/office/drawing/2014/main" id="{900C3294-7F2B-AFEB-4160-0B34C543E7A8}"/>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142498"/>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a:solidFill>
                  <a:srgbClr val="FFFFFF"/>
                </a:solidFill>
                <a:latin typeface="Calibri (MS)"/>
                <a:ea typeface="Calibri (MS)"/>
                <a:cs typeface="Calibri (MS)"/>
                <a:sym typeface="Calibri (MS)"/>
              </a:rPr>
              <a:t>zeicher litziat Mitzrayim.</a:t>
            </a:r>
          </a:p>
          <a:p>
            <a:pPr algn="l">
              <a:lnSpc>
                <a:spcPts val="5760"/>
              </a:lnSpc>
            </a:pPr>
            <a:r>
              <a:rPr lang="en-US" sz="3600">
                <a:solidFill>
                  <a:srgbClr val="FFFFFF"/>
                </a:solidFill>
                <a:latin typeface="Calibri (MS)"/>
                <a:ea typeface="Calibri (MS)"/>
                <a:cs typeface="Calibri (MS)"/>
                <a:sym typeface="Calibri (MS)"/>
              </a:rPr>
              <a:t>Ki vanu vacharta v’otanu</a:t>
            </a:r>
          </a:p>
          <a:p>
            <a:pPr algn="l">
              <a:lnSpc>
                <a:spcPts val="5760"/>
              </a:lnSpc>
            </a:pPr>
            <a:r>
              <a:rPr lang="en-US" sz="3600">
                <a:solidFill>
                  <a:srgbClr val="FFFFFF"/>
                </a:solidFill>
                <a:latin typeface="Calibri (MS)"/>
                <a:ea typeface="Calibri (MS)"/>
                <a:cs typeface="Calibri (MS)"/>
                <a:sym typeface="Calibri (MS)"/>
              </a:rPr>
              <a:t>kidashta mikol haamim,</a:t>
            </a:r>
          </a:p>
          <a:p>
            <a:pPr algn="l">
              <a:lnSpc>
                <a:spcPts val="5760"/>
              </a:lnSpc>
            </a:pP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969100"/>
          </a:xfrm>
          <a:prstGeom prst="rect">
            <a:avLst/>
          </a:prstGeom>
        </p:spPr>
        <p:txBody>
          <a:bodyPr lIns="0" tIns="0" rIns="0" bIns="0" rtlCol="0" anchor="t">
            <a:spAutoFit/>
          </a:bodyPr>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999043"/>
          </a:xfrm>
          <a:prstGeom prst="rect">
            <a:avLst/>
          </a:prstGeom>
        </p:spPr>
        <p:txBody>
          <a:bodyPr lIns="0" tIns="0" rIns="0" bIns="0" rtlCol="0" anchor="t">
            <a:spAutoFit/>
          </a:bodyPr>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err="1">
                <a:solidFill>
                  <a:srgbClr val="FFFFFF"/>
                </a:solidFill>
                <a:latin typeface="David Libre"/>
                <a:ea typeface="David Libre"/>
                <a:cs typeface="David Libre"/>
                <a:sym typeface="David Libre"/>
                <a:rtl/>
              </a:rPr>
              <a:t>יָאֵר</a:t>
            </a:r>
            <a:r>
              <a:rPr lang="he-IL" sz="4500" dirty="0">
                <a:solidFill>
                  <a:srgbClr val="FFFFFF"/>
                </a:solidFill>
                <a:latin typeface="David Libre"/>
                <a:ea typeface="David Libre"/>
                <a:cs typeface="David Libre"/>
                <a:sym typeface="David Libre"/>
                <a:rtl/>
              </a:rPr>
              <a:t>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err="1">
                <a:solidFill>
                  <a:srgbClr val="FFFFFF"/>
                </a:solidFill>
                <a:latin typeface="David Libre"/>
                <a:ea typeface="David Libre"/>
                <a:cs typeface="David Libre"/>
                <a:sym typeface="David Libre"/>
                <a:rtl/>
              </a:rPr>
              <a:t>יִשָּׂא</a:t>
            </a:r>
            <a:r>
              <a:rPr lang="he-IL" sz="4500" dirty="0">
                <a:solidFill>
                  <a:srgbClr val="FFFFFF"/>
                </a:solidFill>
                <a:latin typeface="David Libre"/>
                <a:ea typeface="David Libre"/>
                <a:cs typeface="David Libre"/>
                <a:sym typeface="David Libre"/>
                <a:rtl/>
              </a:rPr>
              <a:t>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b="1">
                <a:solidFill>
                  <a:srgbClr val="FFFFFF"/>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asher kid'shanu b'mitzvotav</a:t>
            </a:r>
          </a:p>
          <a:p>
            <a:pPr algn="l">
              <a:lnSpc>
                <a:spcPts val="5760"/>
              </a:lnSpc>
            </a:pPr>
            <a:r>
              <a:rPr lang="en-US" sz="3600">
                <a:solidFill>
                  <a:srgbClr val="FFFFFF"/>
                </a:solidFill>
                <a:latin typeface="Calibri (MS)"/>
                <a:cs typeface="Calibri (MS)"/>
              </a:rPr>
              <a:t>v'tzivanu lishmoa kol shofar.</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b="1">
                <a:solidFill>
                  <a:srgbClr val="FFFFFF"/>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endParaRP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258420" y="1170432"/>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b="1">
                <a:solidFill>
                  <a:srgbClr val="FFFFFF"/>
                </a:solidFill>
                <a:latin typeface="Calibri (MS)"/>
                <a:cs typeface="Calibri (MS)"/>
              </a:rPr>
              <a:t>• Turn the World Around</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9999"/>
        </a:solidFill>
        <a:effectLst/>
      </p:bgPr>
    </p:bg>
    <p:spTree>
      <p:nvGrpSpPr>
        <p:cNvPr id="1" name=""/>
        <p:cNvGrpSpPr/>
        <p:nvPr/>
      </p:nvGrpSpPr>
      <p:grpSpPr>
        <a:xfrm>
          <a:off x="0" y="0"/>
          <a:ext cx="0" cy="0"/>
          <a:chOff x="0" y="0"/>
          <a:chExt cx="0" cy="0"/>
        </a:xfrm>
      </p:grpSpPr>
      <p:grpSp>
        <p:nvGrpSpPr>
          <p:cNvPr id="2" name="Group 2"/>
          <p:cNvGrpSpPr/>
          <p:nvPr/>
        </p:nvGrpSpPr>
        <p:grpSpPr>
          <a:xfrm>
            <a:off x="1403929" y="9361276"/>
            <a:ext cx="15480143" cy="508018"/>
            <a:chOff x="0" y="0"/>
            <a:chExt cx="13004800" cy="426783"/>
          </a:xfrm>
        </p:grpSpPr>
        <p:sp>
          <p:nvSpPr>
            <p:cNvPr id="3" name="Freeform 3"/>
            <p:cNvSpPr/>
            <p:nvPr/>
          </p:nvSpPr>
          <p:spPr>
            <a:xfrm>
              <a:off x="0" y="0"/>
              <a:ext cx="13004800" cy="426720"/>
            </a:xfrm>
            <a:custGeom>
              <a:avLst/>
              <a:gdLst/>
              <a:ahLst/>
              <a:cxnLst/>
              <a:rect l="l" t="t" r="r" b="b"/>
              <a:pathLst>
                <a:path w="13004800" h="426720">
                  <a:moveTo>
                    <a:pt x="0" y="0"/>
                  </a:moveTo>
                  <a:lnTo>
                    <a:pt x="13004800" y="0"/>
                  </a:lnTo>
                  <a:lnTo>
                    <a:pt x="13004800" y="426720"/>
                  </a:lnTo>
                  <a:lnTo>
                    <a:pt x="0" y="426720"/>
                  </a:lnTo>
                  <a:close/>
                </a:path>
              </a:pathLst>
            </a:custGeom>
            <a:solidFill>
              <a:srgbClr val="009999"/>
            </a:solidFill>
          </p:spPr>
          <p:txBody>
            <a:bodyPr/>
            <a:lstStyle/>
            <a:p>
              <a:endParaRPr lang="en-US"/>
            </a:p>
          </p:txBody>
        </p:sp>
      </p:grpSp>
      <p:grpSp>
        <p:nvGrpSpPr>
          <p:cNvPr id="4" name="Group 4"/>
          <p:cNvGrpSpPr/>
          <p:nvPr/>
        </p:nvGrpSpPr>
        <p:grpSpPr>
          <a:xfrm>
            <a:off x="1403929" y="9361276"/>
            <a:ext cx="15480143" cy="508018"/>
            <a:chOff x="0" y="0"/>
            <a:chExt cx="13004800" cy="426783"/>
          </a:xfrm>
        </p:grpSpPr>
        <p:sp>
          <p:nvSpPr>
            <p:cNvPr id="5" name="Freeform 5"/>
            <p:cNvSpPr/>
            <p:nvPr/>
          </p:nvSpPr>
          <p:spPr>
            <a:xfrm>
              <a:off x="0" y="0"/>
              <a:ext cx="13004800" cy="426720"/>
            </a:xfrm>
            <a:custGeom>
              <a:avLst/>
              <a:gdLst/>
              <a:ahLst/>
              <a:cxnLst/>
              <a:rect l="l" t="t" r="r" b="b"/>
              <a:pathLst>
                <a:path w="13004800" h="426720">
                  <a:moveTo>
                    <a:pt x="0" y="0"/>
                  </a:moveTo>
                  <a:lnTo>
                    <a:pt x="13004800" y="0"/>
                  </a:lnTo>
                  <a:lnTo>
                    <a:pt x="13004800" y="426720"/>
                  </a:lnTo>
                  <a:lnTo>
                    <a:pt x="0" y="426720"/>
                  </a:lnTo>
                  <a:close/>
                </a:path>
              </a:pathLst>
            </a:custGeom>
            <a:solidFill>
              <a:srgbClr val="009999"/>
            </a:solidFill>
          </p:spPr>
          <p:txBody>
            <a:bodyPr/>
            <a:lstStyle/>
            <a:p>
              <a:endParaRPr lang="en-US"/>
            </a:p>
          </p:txBody>
        </p:sp>
      </p:grpSp>
      <p:sp>
        <p:nvSpPr>
          <p:cNvPr id="6" name="TextBox 6"/>
          <p:cNvSpPr txBox="1"/>
          <p:nvPr/>
        </p:nvSpPr>
        <p:spPr>
          <a:xfrm>
            <a:off x="9099050" y="277095"/>
            <a:ext cx="6159807" cy="4096566"/>
          </a:xfrm>
          <a:prstGeom prst="rect">
            <a:avLst/>
          </a:prstGeom>
        </p:spPr>
        <p:txBody>
          <a:bodyPr lIns="0" tIns="0" rIns="0" bIns="0" rtlCol="0" anchor="t">
            <a:spAutoFit/>
          </a:bodyPr>
          <a:lstStyle/>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L</a:t>
            </a:r>
            <a:r>
              <a:rPr lang="en-US" sz="7360" b="1">
                <a:solidFill>
                  <a:srgbClr val="FFFFFF"/>
                </a:solidFill>
                <a:latin typeface="Calibri (MS) Bold"/>
                <a:ea typeface="Calibri (MS) Bold"/>
                <a:cs typeface="Calibri (MS) Bold"/>
                <a:sym typeface="Calibri (MS) Bold"/>
              </a:rPr>
              <a:t>iving</a:t>
            </a:r>
            <a:r>
              <a:rPr lang="en-US" sz="7360" b="1">
                <a:solidFill>
                  <a:srgbClr val="2F5597"/>
                </a:solidFill>
                <a:latin typeface="Calibri (MS) Bold"/>
                <a:ea typeface="Calibri (MS) Bold"/>
                <a:cs typeface="Calibri (MS) Bold"/>
                <a:sym typeface="Calibri (MS) Bold"/>
              </a:rPr>
              <a:t> </a:t>
            </a:r>
          </a:p>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O</a:t>
            </a:r>
            <a:r>
              <a:rPr lang="en-US" sz="7360" b="1">
                <a:solidFill>
                  <a:srgbClr val="FFFFFF"/>
                </a:solidFill>
                <a:latin typeface="Calibri (MS) Bold"/>
                <a:ea typeface="Calibri (MS) Bold"/>
                <a:cs typeface="Calibri (MS) Bold"/>
                <a:sym typeface="Calibri (MS) Bold"/>
              </a:rPr>
              <a:t>ur</a:t>
            </a:r>
            <a:r>
              <a:rPr lang="en-US" sz="7360" b="1">
                <a:solidFill>
                  <a:srgbClr val="2F5597"/>
                </a:solidFill>
                <a:latin typeface="Calibri (MS) Bold"/>
                <a:ea typeface="Calibri (MS) Bold"/>
                <a:cs typeface="Calibri (MS) Bold"/>
                <a:sym typeface="Calibri (MS) Bold"/>
              </a:rPr>
              <a:t> </a:t>
            </a:r>
          </a:p>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V</a:t>
            </a:r>
            <a:r>
              <a:rPr lang="en-US" sz="7360" b="1">
                <a:solidFill>
                  <a:srgbClr val="FFFFFF"/>
                </a:solidFill>
                <a:latin typeface="Calibri (MS) Bold"/>
                <a:ea typeface="Calibri (MS) Bold"/>
                <a:cs typeface="Calibri (MS) Bold"/>
                <a:sym typeface="Calibri (MS) Bold"/>
              </a:rPr>
              <a:t>alues </a:t>
            </a:r>
          </a:p>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E</a:t>
            </a:r>
            <a:r>
              <a:rPr lang="en-US" sz="7360" b="1">
                <a:solidFill>
                  <a:srgbClr val="FFFFFF"/>
                </a:solidFill>
                <a:latin typeface="Calibri (MS) Bold"/>
                <a:ea typeface="Calibri (MS) Bold"/>
                <a:cs typeface="Calibri (MS) Bold"/>
                <a:sym typeface="Calibri (MS) Bold"/>
              </a:rPr>
              <a:t>veryday</a:t>
            </a:r>
          </a:p>
        </p:txBody>
      </p:sp>
      <p:grpSp>
        <p:nvGrpSpPr>
          <p:cNvPr id="7" name="Group 7"/>
          <p:cNvGrpSpPr>
            <a:grpSpLocks noChangeAspect="1"/>
          </p:cNvGrpSpPr>
          <p:nvPr/>
        </p:nvGrpSpPr>
        <p:grpSpPr>
          <a:xfrm>
            <a:off x="4051879" y="195007"/>
            <a:ext cx="4128038" cy="4128038"/>
            <a:chOff x="0" y="0"/>
            <a:chExt cx="3467947" cy="3467947"/>
          </a:xfrm>
        </p:grpSpPr>
        <p:sp>
          <p:nvSpPr>
            <p:cNvPr id="8" name="Freeform 8"/>
            <p:cNvSpPr/>
            <p:nvPr/>
          </p:nvSpPr>
          <p:spPr>
            <a:xfrm>
              <a:off x="0" y="0"/>
              <a:ext cx="3467989" cy="3467989"/>
            </a:xfrm>
            <a:custGeom>
              <a:avLst/>
              <a:gdLst/>
              <a:ahLst/>
              <a:cxnLst/>
              <a:rect l="l" t="t" r="r" b="b"/>
              <a:pathLst>
                <a:path w="3467989" h="3467989">
                  <a:moveTo>
                    <a:pt x="0" y="0"/>
                  </a:moveTo>
                  <a:lnTo>
                    <a:pt x="3467989" y="0"/>
                  </a:lnTo>
                  <a:lnTo>
                    <a:pt x="3467989" y="3467989"/>
                  </a:lnTo>
                  <a:lnTo>
                    <a:pt x="0" y="3467989"/>
                  </a:lnTo>
                  <a:lnTo>
                    <a:pt x="0" y="0"/>
                  </a:lnTo>
                  <a:close/>
                </a:path>
              </a:pathLst>
            </a:custGeom>
            <a:blipFill>
              <a:blip r:embed="rId2"/>
              <a:stretch>
                <a:fillRect r="1" b="1"/>
              </a:stretch>
            </a:blipFill>
          </p:spPr>
          <p:txBody>
            <a:bodyPr/>
            <a:lstStyle/>
            <a:p>
              <a:endParaRPr lang="en-US"/>
            </a:p>
          </p:txBody>
        </p:sp>
      </p:grpSp>
      <p:grpSp>
        <p:nvGrpSpPr>
          <p:cNvPr id="9" name="Group 9"/>
          <p:cNvGrpSpPr>
            <a:grpSpLocks noChangeAspect="1"/>
          </p:cNvGrpSpPr>
          <p:nvPr/>
        </p:nvGrpSpPr>
        <p:grpSpPr>
          <a:xfrm>
            <a:off x="12757729" y="6390060"/>
            <a:ext cx="3676534" cy="3676534"/>
            <a:chOff x="0" y="0"/>
            <a:chExt cx="3088640" cy="3088640"/>
          </a:xfrm>
        </p:grpSpPr>
        <p:sp>
          <p:nvSpPr>
            <p:cNvPr id="10" name="Freeform 10"/>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1" name="TextBox 11"/>
          <p:cNvSpPr txBox="1"/>
          <p:nvPr/>
        </p:nvSpPr>
        <p:spPr>
          <a:xfrm>
            <a:off x="2002727" y="6505923"/>
            <a:ext cx="9327592" cy="2807785"/>
          </a:xfrm>
          <a:prstGeom prst="rect">
            <a:avLst/>
          </a:prstGeom>
        </p:spPr>
        <p:txBody>
          <a:bodyPr lIns="0" tIns="0" rIns="0" bIns="0" rtlCol="0" anchor="t">
            <a:spAutoFit/>
          </a:bodyPr>
          <a:lstStyle/>
          <a:p>
            <a:pPr algn="ctr">
              <a:lnSpc>
                <a:spcPts val="5486"/>
              </a:lnSpc>
            </a:pPr>
            <a:r>
              <a:rPr lang="en-US" sz="4572">
                <a:solidFill>
                  <a:srgbClr val="000000"/>
                </a:solidFill>
                <a:latin typeface="Calibri (MS)"/>
                <a:ea typeface="Calibri (MS)"/>
                <a:cs typeface="Calibri (MS)"/>
                <a:sym typeface="Calibri (MS)"/>
              </a:rPr>
              <a:t>Want to learn more of our Shabbat prayers and songs? Scan this QR code for The Davis Academy Shabbat and Jewish Music Playlist! </a:t>
            </a:r>
          </a:p>
        </p:txBody>
      </p:sp>
      <p:sp>
        <p:nvSpPr>
          <p:cNvPr id="12" name="TextBox 12"/>
          <p:cNvSpPr txBox="1"/>
          <p:nvPr/>
        </p:nvSpPr>
        <p:spPr>
          <a:xfrm>
            <a:off x="2237366" y="4226067"/>
            <a:ext cx="14415883" cy="2258074"/>
          </a:xfrm>
          <a:prstGeom prst="rect">
            <a:avLst/>
          </a:prstGeom>
        </p:spPr>
        <p:txBody>
          <a:bodyPr lIns="0" tIns="0" rIns="0" bIns="0" rtlCol="0" anchor="t">
            <a:spAutoFit/>
          </a:bodyPr>
          <a:lstStyle/>
          <a:p>
            <a:pPr algn="ctr">
              <a:lnSpc>
                <a:spcPts val="17877"/>
              </a:lnSpc>
            </a:pPr>
            <a:r>
              <a:rPr lang="en-US" sz="14897">
                <a:solidFill>
                  <a:srgbClr val="FFFFFF"/>
                </a:solidFill>
                <a:latin typeface="TT Berlinerins"/>
                <a:ea typeface="TT Berlinerins"/>
                <a:cs typeface="TT Berlinerins"/>
                <a:sym typeface="TT Berlinerins"/>
              </a:rPr>
              <a:t>Shabbat Shalom!</a:t>
            </a:r>
          </a:p>
        </p:txBody>
      </p:sp>
    </p:spTree>
  </p:cSld>
  <p:clrMapOvr>
    <a:masterClrMapping/>
  </p:clrMapOvr>
  <p:transition>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6473</TotalTime>
  <Words>2196</Words>
  <Application>Microsoft Macintosh PowerPoint</Application>
  <PresentationFormat>Custom</PresentationFormat>
  <Paragraphs>487</Paragraphs>
  <Slides>29</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29</vt:i4>
      </vt:variant>
    </vt:vector>
  </HeadingPairs>
  <TitlesOfParts>
    <vt:vector size="47" baseType="lpstr">
      <vt:lpstr>Helvetica Bold Italics</vt:lpstr>
      <vt:lpstr>Calibri (MS) Italics</vt:lpstr>
      <vt:lpstr>Helvetica</vt:lpstr>
      <vt:lpstr>Arial</vt:lpstr>
      <vt:lpstr>TT Berlinerins</vt:lpstr>
      <vt:lpstr>Helvetica Italics</vt:lpstr>
      <vt:lpstr>Calibri (MS) Bold</vt:lpstr>
      <vt:lpstr>TAN Headline</vt:lpstr>
      <vt:lpstr>Calibri</vt:lpstr>
      <vt:lpstr>David Libre</vt:lpstr>
      <vt:lpstr>Helvetica Bold</vt:lpstr>
      <vt:lpstr>Times New Roman MT</vt:lpstr>
      <vt:lpstr>Pinata Marks Rough Shadow</vt:lpstr>
      <vt:lpstr>Calibri (MS)</vt:lpstr>
      <vt:lpstr>Helvetica Neue</vt:lpstr>
      <vt:lpstr>FB FRealBelet</vt:lpstr>
      <vt:lpstr>MF David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7</cp:revision>
  <dcterms:created xsi:type="dcterms:W3CDTF">2006-08-16T00:00:00Z</dcterms:created>
  <dcterms:modified xsi:type="dcterms:W3CDTF">2026-08-15T15:37:09Z</dcterms:modified>
  <dc:identifier>DAHN9QH9Lxk</dc:identifier>
</cp:coreProperties>
</file>
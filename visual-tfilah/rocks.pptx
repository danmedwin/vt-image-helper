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67" r:id="rId16"/>
  </p:sldIdLst>
  <p:sldSz cx="18288000" cy="10287000"/>
  <p:notesSz cx="6858000" cy="9144000"/>
  <p:embeddedFontLst>
    <p:embeddedFont>
      <p:font typeface="Calibri (MS)" panose="020F0502020204030204" pitchFamily="34" charset="0"/>
      <p:regular r:id="rId18"/>
    </p:embeddedFont>
    <p:embeddedFont>
      <p:font typeface="Calibri (MS) Bold" panose="020F0702030404030204" pitchFamily="34" charset="0"/>
      <p:regular r:id="rId19"/>
      <p:bold r:id="rId20"/>
    </p:embeddedFont>
    <p:embeddedFont>
      <p:font typeface="David Libre" pitchFamily="2" charset="-79"/>
      <p:regular r:id="rId21"/>
      <p:bold r:id="rId22"/>
    </p:embeddedFont>
    <p:embeddedFont>
      <p:font typeface="MF David" panose="02040603050201020203" pitchFamily="18" charset="-79"/>
      <p:regular r:id="rId23"/>
      <p:bold r:id="rId24"/>
    </p:embeddedFont>
    <p:embeddedFont>
      <p:font typeface="TT Berlinerins" panose="02000506040000020004" pitchFamily="2" charset="77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7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70"/>
    <a:srgbClr val="00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7" autoAdjust="0"/>
    <p:restoredTop sz="94452" autoAdjust="0"/>
  </p:normalViewPr>
  <p:slideViewPr>
    <p:cSldViewPr>
      <p:cViewPr varScale="1">
        <p:scale>
          <a:sx n="75" d="100"/>
          <a:sy n="75" d="100"/>
        </p:scale>
        <p:origin x="-648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21" Type="http://schemas.openxmlformats.org/officeDocument/2006/relationships/font" Target="fonts/font4.fntdata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9" Type="http://schemas.openxmlformats.org/officeDocument/2006/relationships/font" Target="fonts/font2.fntdata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Rocks slide. Leader: Micah. Content area left open - drop in the rocks image or text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אֲבָנִים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590DD101-3657-41EF-745F-4F12FC835809}"/>
              </a:ext>
            </a:extLst>
          </p:cNvPr>
          <p:cNvSpPr/>
          <p:nvPr/>
        </p:nvSpPr>
        <p:spPr>
          <a:xfrm>
            <a:off x="15506387" y="8830733"/>
            <a:ext cx="2095813" cy="1242915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" t="-40454" r="-6154" b="-38543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83D63B-33AC-94E4-FC0A-83F47F891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935" y="3274694"/>
            <a:ext cx="6655403" cy="52889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B02E88-71F4-CCD5-3137-03B7BAD4A589}"/>
              </a:ext>
            </a:extLst>
          </p:cNvPr>
          <p:cNvSpPr txBox="1"/>
          <p:nvPr/>
        </p:nvSpPr>
        <p:spPr>
          <a:xfrm>
            <a:off x="1719823" y="835030"/>
            <a:ext cx="11373633" cy="2934137"/>
          </a:xfrm>
          <a:prstGeom prst="rect">
            <a:avLst/>
          </a:prstGeom>
          <a:noFill/>
          <a:ln w="3175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457200" rtl="0" eaLnBrk="1" fontAlgn="auto" latinLnBrk="1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DCDEE0"/>
                </a:solidFill>
                <a:effectLst/>
                <a:uLnTx/>
                <a:uFillTx/>
                <a:sym typeface="Helvetica Neue"/>
              </a:rPr>
              <a:t>“Teach us to count our days, </a:t>
            </a:r>
          </a:p>
          <a:p>
            <a:pPr marL="0" marR="0" lvl="0" indent="0" algn="ctr" defTabSz="457200" rtl="0" eaLnBrk="1" fontAlgn="auto" latinLnBrk="1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DCDEE0"/>
                </a:solidFill>
                <a:effectLst/>
                <a:uLnTx/>
                <a:uFillTx/>
                <a:sym typeface="Helvetica Neue"/>
              </a:rPr>
              <a:t>so that we may acquire a wise and loving heart.”</a:t>
            </a:r>
          </a:p>
          <a:p>
            <a:pPr marL="0" marR="0" lvl="0" indent="0" algn="ctr" defTabSz="457200" rtl="0" eaLnBrk="1" fontAlgn="auto" latinLnBrk="1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DCDEE0"/>
                </a:solidFill>
                <a:effectLst/>
                <a:uLnTx/>
                <a:uFillTx/>
                <a:sym typeface="Helvetica Neue"/>
              </a:rPr>
              <a:t>- Psalm 90:12</a:t>
            </a:r>
          </a:p>
          <a:p>
            <a:pPr marL="0" marR="0" lvl="0" indent="0" algn="ctr" defTabSz="457200" rtl="0" eaLnBrk="1" fontAlgn="auto" latinLnBrk="1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DCDEE0"/>
                </a:solidFill>
                <a:effectLst/>
                <a:uLnTx/>
                <a:uFillTx/>
                <a:sym typeface="Helvetica Neue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E7FF16-5EA6-C38E-22CD-4FC6B60299AF}"/>
              </a:ext>
            </a:extLst>
          </p:cNvPr>
          <p:cNvSpPr/>
          <p:nvPr/>
        </p:nvSpPr>
        <p:spPr>
          <a:xfrm>
            <a:off x="1907150" y="8928750"/>
            <a:ext cx="10570972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800" b="0" i="0" u="none" strike="noStrike" kern="0" cap="none" spc="0" normalizeH="0" baseline="0" noProof="0" dirty="0">
                <a:ln>
                  <a:noFill/>
                </a:ln>
                <a:solidFill>
                  <a:srgbClr val="DCDEE0"/>
                </a:solidFill>
                <a:effectLst/>
                <a:uLnTx/>
                <a:uFillTx/>
                <a:latin typeface="MF David" panose="02040603050201020203" pitchFamily="18" charset="-79"/>
                <a:ea typeface="MF David" panose="02040603050201020203" pitchFamily="18" charset="-79"/>
                <a:cs typeface="MF David" panose="02040603050201020203" pitchFamily="18" charset="-79"/>
                <a:sym typeface="Helvetica Neue"/>
              </a:rPr>
              <a:t>לִמְנוֹת יָמֵינוּ, כֵּן הוֹדַע וְנָבִא, לְבַב חָכְמָה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DCDEE0"/>
              </a:solidFill>
              <a:effectLst/>
              <a:uLnTx/>
              <a:uFillTx/>
              <a:latin typeface="MF David" panose="02040603050201020203" pitchFamily="18" charset="-79"/>
              <a:ea typeface="MF David" panose="02040603050201020203" pitchFamily="18" charset="-79"/>
              <a:cs typeface="MF David" panose="02040603050201020203" pitchFamily="18" charset="-79"/>
              <a:sym typeface="Helvetica Neue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0" cap="none" spc="0" normalizeH="0" baseline="0" noProof="0" dirty="0">
              <a:ln>
                <a:noFill/>
              </a:ln>
              <a:solidFill>
                <a:srgbClr val="83184E"/>
              </a:solidFill>
              <a:effectLst/>
              <a:uLnTx/>
              <a:uFillTx/>
              <a:latin typeface="MF David" panose="02040603050201020203" pitchFamily="18" charset="-79"/>
              <a:ea typeface="MF David" panose="02040603050201020203" pitchFamily="18" charset="-79"/>
              <a:cs typeface="MF David" panose="02040603050201020203" pitchFamily="18" charset="-79"/>
              <a:sym typeface="Helvetica Neue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6601</TotalTime>
  <Words>967</Words>
  <Application>Microsoft Macintosh PowerPoint</Application>
  <PresentationFormat>Custom</PresentationFormat>
  <Paragraphs>239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David Libre</vt:lpstr>
      <vt:lpstr>Calibri</vt:lpstr>
      <vt:lpstr>Arial</vt:lpstr>
      <vt:lpstr>MF David</vt:lpstr>
      <vt:lpstr>Helvetica Neue</vt:lpstr>
      <vt:lpstr>Calibri (MS)</vt:lpstr>
      <vt:lpstr>Calibri (MS) Bold</vt:lpstr>
      <vt:lpstr>TT Berlinerins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VT Template (in progress w Claude)</dc:title>
  <cp:lastModifiedBy>Rabbi Dan Medwin</cp:lastModifiedBy>
  <cp:revision>17</cp:revision>
  <dcterms:created xsi:type="dcterms:W3CDTF">2006-08-16T00:00:00Z</dcterms:created>
  <dcterms:modified xsi:type="dcterms:W3CDTF">2026-08-14T16:22:28Z</dcterms:modified>
  <dc:identifier>DAHN9QH9Lxk</dc:identifier>
</cp:coreProperties>
</file>